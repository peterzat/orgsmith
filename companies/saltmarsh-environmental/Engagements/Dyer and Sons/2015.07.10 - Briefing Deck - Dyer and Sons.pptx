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3B3060"/>
                </a:solidFill>
              </a:rPr>
              <a:t>Wetland Delineation: Dyer and Sons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Saltmarsh Environmental Partners LLC — July 10, 2015</a:t>
            </a:r>
          </a:p>
          <a:p>
            <a:pPr lvl="1"/>
            <a:r>
              <a:t>Progress briefing prepared for Sandra Little, Director of Operations, Dyer and Sons</a:t>
            </a:r>
          </a:p>
          <a:p>
            <a:pPr lvl="1"/>
            <a:r>
              <a:t>Prepared by Saltmarsh Environmental Partners LLC</a:t>
            </a:r>
          </a:p>
          <a:p>
            <a:pPr lvl="1"/>
            <a:r>
              <a:t>Engagement commenced May 25, 2015</a:t>
            </a:r>
          </a:p>
          <a:p>
            <a:pPr lvl="1"/>
            <a:r>
              <a:t>Delineation lead: John Sanchez, Senior Scientist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3B3060"/>
                </a:solidFill>
              </a:rPr>
              <a:t>Scope and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Wetland boundary delineated under the 1987 Corps manual and the applicable regional supplement</a:t>
            </a:r>
          </a:p>
          <a:p>
            <a:pPr lvl="1"/>
            <a:r>
              <a:t>Three parameters examined at paired sample points: hydrology, hydric soils, hydrophytic vegetation</a:t>
            </a:r>
          </a:p>
          <a:p>
            <a:pPr lvl="1"/>
            <a:r>
              <a:t>Boundary flagged in the field and located by sub-meter GPS</a:t>
            </a:r>
          </a:p>
          <a:p>
            <a:pPr lvl="1"/>
            <a:r>
              <a:t>Deliverable is a delineation report with figures, data forms, and a photograph log</a:t>
            </a:r>
          </a:p>
          <a:p>
            <a:pPr lvl="1"/>
            <a:r>
              <a:t>The report supports an agency determination; it is not itself a determination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3B3060"/>
                </a:solidFill>
              </a:rPr>
              <a:t>Work Completed to 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Background review complete: historical aerials, NWI mapping, county soil survey, prior permit record</a:t>
            </a:r>
          </a:p>
          <a:p>
            <a:pPr lvl="1"/>
            <a:r>
              <a:t>Reconnaissance walked by John Sanchez and Mary Foster; sample design fixed on the aerial</a:t>
            </a:r>
          </a:p>
          <a:p>
            <a:pPr lvl="1"/>
            <a:r>
              <a:t>Sample point pairs established across the upland transition; soil profiles described at each</a:t>
            </a:r>
          </a:p>
          <a:p>
            <a:pPr lvl="1"/>
            <a:r>
              <a:t>Boundary flagging underway on the western and southern margins</a:t>
            </a:r>
          </a:p>
          <a:p>
            <a:pPr lvl="1"/>
            <a:r>
              <a:t>Field conditions, tide stage, and antecedent precipitation logged for every field 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3B3060"/>
                </a:solidFill>
              </a:rPr>
              <a:t>Preliminary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Wetland is present on the parcel; the question is where the line falls, not whether there is one</a:t>
            </a:r>
          </a:p>
          <a:p>
            <a:pPr lvl="1"/>
            <a:r>
              <a:t>Upland transition on the western margin is well expressed and was flagged without difficulty</a:t>
            </a:r>
          </a:p>
          <a:p>
            <a:pPr lvl="1"/>
            <a:r>
              <a:t>The ditch corridor is unresolved: hydrology indicators are present, soil indicators are marginal</a:t>
            </a:r>
          </a:p>
          <a:p>
            <a:pPr lvl="1"/>
            <a:r>
              <a:t>Fill of uncertain age near the access road may bear on the boundary and on the background record</a:t>
            </a:r>
          </a:p>
          <a:p>
            <a:pPr lvl="1"/>
            <a:r>
              <a:t>These are field observations, not findings; nothing here should be relied on until the report is issued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3B3060"/>
                </a:solidFill>
              </a:rPr>
              <a:t>Roles and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John Sanchez establishes the sample points, describes the soil profiles, and owns the boundary</a:t>
            </a:r>
          </a:p>
          <a:p>
            <a:pPr lvl="1"/>
            <a:r>
              <a:t>Mary Foster keeps the field record: personnel, weather, tide stage, antecedent precipitation, deviations</a:t>
            </a:r>
          </a:p>
          <a:p>
            <a:pPr lvl="1"/>
            <a:r>
              <a:t>Angela Williams surveys the flag positions and prepares the report and figures</a:t>
            </a:r>
          </a:p>
          <a:p>
            <a:pPr lvl="1"/>
            <a:r>
              <a:t>Every deliverable is reviewed by the Managing Principal before it is issued</a:t>
            </a:r>
          </a:p>
          <a:p>
            <a:pPr lvl="1"/>
            <a:r>
              <a:t>The record is written for an agency reviewer opening the file years from now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3B3060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Complete flagging on the northern margin and re-walk the full line</a:t>
            </a:r>
          </a:p>
          <a:p>
            <a:pPr lvl="1"/>
            <a:r>
              <a:t>Additional sample point pairs in the ditch corridor to resolve the marginal soils</a:t>
            </a:r>
          </a:p>
          <a:p>
            <a:pPr lvl="1"/>
            <a:r>
              <a:t>Angela Williams to survey the flag positions and begin the figure set</a:t>
            </a:r>
          </a:p>
          <a:p>
            <a:pPr lvl="1"/>
            <a:r>
              <a:t>Draft report to Managing Principal review before any copy is issued to Dyer and Sons</a:t>
            </a:r>
          </a:p>
          <a:p>
            <a:pPr lvl="1"/>
            <a:r>
              <a:t>Sandra Little to confirm continued site access for the remaining field days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Wetland Delineation for Dyer and Sons</dc:title>
  <dc:subject/>
  <dc:creator>Angela Williams</dc:creator>
  <cp:keywords/>
  <dc:description>generated using python-pptx</dc:description>
  <cp:lastModifiedBy>Angela Williams</cp:lastModifiedBy>
  <cp:revision>1</cp:revision>
  <dcterms:created xsi:type="dcterms:W3CDTF">2015-07-10T09:00:00Z</dcterms:created>
  <dcterms:modified xsi:type="dcterms:W3CDTF">2015-07-10T09:00:00Z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