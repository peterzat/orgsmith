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3B3060"/>
                </a:solidFill>
              </a:rPr>
              <a:t>Wetland Delineation for Dyer and Sons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Saltmarsh Environmental Partners LLC — July 10, 2015</a:t>
            </a:r>
          </a:p>
          <a:p>
            <a:pPr lvl="1"/>
            <a:r>
              <a:t>Prepared for Sandra Little, Dyer and Sons</a:t>
            </a:r>
          </a:p>
          <a:p>
            <a:pPr lvl="1"/>
            <a:r>
              <a:t>Purpose: establish the wetland boundary on the parcel before you build</a:t>
            </a:r>
          </a:p>
          <a:p>
            <a:pPr lvl="1"/>
            <a:r>
              <a:t>Client of record: Dyer and Sons</a:t>
            </a:r>
          </a:p>
          <a:p>
            <a:pPr lvl="1"/>
            <a:r>
              <a:t>Fieldwork commenced May 25, 2015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B3060"/>
                </a:solidFill>
              </a:rPr>
              <a:t>What We Are Doing, and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You need a wetland line drawn before the parcel can be developed.</a:t>
            </a:r>
          </a:p>
          <a:p>
            <a:pPr lvl="1"/>
            <a:r>
              <a:t>We draw it to the 1987 Corps of Engineers Wetland Delineation Manual and the regional supplement.</a:t>
            </a:r>
          </a:p>
          <a:p>
            <a:pPr lvl="1"/>
            <a:r>
              <a:t>The line rests on three things read on the ground: vegetation, soils, and hydrology.</a:t>
            </a:r>
          </a:p>
          <a:p>
            <a:pPr lvl="1"/>
            <a:r>
              <a:t>Once it is walked and surveyed, it becomes the basis for a jurisdictional determination from the Corps.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B3060"/>
                </a:solidFill>
              </a:rPr>
              <a:t>How the Fieldwork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Angela Williams and Mary Foster walk the parcel and flag the boundary in the field.</a:t>
            </a:r>
          </a:p>
          <a:p>
            <a:pPr lvl="1"/>
            <a:r>
              <a:t>At each stretch we record paired sample points, one inside the line and one outside it.</a:t>
            </a:r>
          </a:p>
          <a:p>
            <a:pPr lvl="1"/>
            <a:r>
              <a:t>Soils are described at the pit and sediment is logged as we go, not from memory afterward.</a:t>
            </a:r>
          </a:p>
          <a:p>
            <a:pPr lvl="1"/>
            <a:r>
              <a:t>John Sanchez leads the technical work and writes the report the determination rests on.</a:t>
            </a:r>
          </a:p>
          <a:p>
            <a:pPr lvl="1"/>
            <a:r>
              <a:t>We work the visits around the tides, so the schedule follows the water rather than the calendar.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B3060"/>
                </a:solidFill>
              </a:rPr>
              <a:t>Where We Stand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Flagging is underway across the accessible portions of the parcel.</a:t>
            </a:r>
          </a:p>
          <a:p>
            <a:pPr lvl="1"/>
            <a:r>
              <a:t>Data forms are being completed at each paired point as we walk it.</a:t>
            </a:r>
          </a:p>
          <a:p>
            <a:pPr lvl="1"/>
            <a:r>
              <a:t>One reach along the channel is being resampled before we commit to a line there.</a:t>
            </a:r>
          </a:p>
          <a:p>
            <a:pPr lvl="1"/>
            <a:r>
              <a:t>Nothing is drawn as final until the whole boundary has been walked.</a:t>
            </a:r>
          </a:p>
          <a:p>
            <a:pPr lvl="1"/>
            <a:r>
              <a:t>We report what we see at the flag line, not what the map suggests.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B3060"/>
                </a:solidFill>
              </a:rPr>
              <a:t>What You Get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 delineation report that states what was found at each point and why the line sits where it does.</a:t>
            </a:r>
          </a:p>
          <a:p>
            <a:pPr lvl="1"/>
            <a:r>
              <a:t>Figures showing the flagged boundary tied to a survey drawing.</a:t>
            </a:r>
          </a:p>
          <a:p>
            <a:pPr lvl="1"/>
            <a:r>
              <a:t>A request for a jurisdictional determination, submitted to the Corps on your behalf.</a:t>
            </a:r>
          </a:p>
          <a:p>
            <a:pPr lvl="1"/>
            <a:r>
              <a:t>A field record behind all of it that a reviewer can follow years from now.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B3060"/>
                </a:solidFill>
              </a:rP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Finish flagging the remaining boundary.</a:t>
            </a:r>
          </a:p>
          <a:p>
            <a:pPr lvl="1"/>
            <a:r>
              <a:t>Bring in the survey crew to tie the flags to a drawing.</a:t>
            </a:r>
          </a:p>
          <a:p>
            <a:pPr lvl="1"/>
            <a:r>
              <a:t>Draft the delineation report and the jurisdictional determination request.</a:t>
            </a:r>
          </a:p>
          <a:p>
            <a:pPr lvl="1"/>
            <a:r>
              <a:t>Walk the flagged line with you before any of it goes to the agency.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Wetland Delineation for Dyer and Sons</dc:title>
  <dc:subject/>
  <dc:creator>Angela Williams</dc:creator>
  <cp:keywords/>
  <dc:description>generated using python-pptx</dc:description>
  <cp:lastModifiedBy>Angela Williams</cp:lastModifiedBy>
  <cp:revision>1</cp:revision>
  <dcterms:created xsi:type="dcterms:W3CDTF">2015-07-10T09:00:00Z</dcterms:created>
  <dcterms:modified xsi:type="dcterms:W3CDTF">2015-07-10T09:00:00Z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