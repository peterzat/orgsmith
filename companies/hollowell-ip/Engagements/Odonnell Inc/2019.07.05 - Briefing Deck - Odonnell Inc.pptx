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Patent Portfolio Review for Odonnell Inc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Hollowell Patent Group PLLC — July 5, 2019</a:t>
            </a:r>
          </a:p>
          <a:p>
            <a:pPr lvl="1"/>
            <a:r>
              <a:t>Progress briefing prepared for Gary Smith, General Manager</a:t>
            </a:r>
          </a:p>
          <a:p>
            <a:pPr lvl="1"/>
            <a:r>
              <a:t>Engagement commenced May 13, 2019</a:t>
            </a:r>
          </a:p>
          <a:p>
            <a:pPr lvl="1"/>
            <a:r>
              <a:t>Review led by Heather Munoz, Partner</a:t>
            </a:r>
          </a:p>
          <a:p>
            <a:pPr lvl="1"/>
            <a:r>
              <a:t>Prepared by Kelly Snyder, Patent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We Are Reviewing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Every patent and pending application in the portfolio, taken one family at a time</a:t>
            </a:r>
          </a:p>
          <a:p>
            <a:pPr lvl="1"/>
            <a:r>
              <a:t>Docketed dates reconciled against the office record for each family</a:t>
            </a:r>
          </a:p>
          <a:p>
            <a:pPr lvl="1"/>
            <a:r>
              <a:t>Prosecution history and the current claim scope, family by family</a:t>
            </a:r>
          </a:p>
          <a:p>
            <a:pPr lvl="1"/>
            <a:r>
              <a:t>Any filing, response, or decision that is coming due</a:t>
            </a:r>
          </a:p>
          <a:p>
            <a:pPr lvl="1"/>
            <a:r>
              <a:t>What sits outside the review: no new filings and no office-action responses under this engagement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How the Review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Families are reviewed in docket order, the closest deadlines first</a:t>
            </a:r>
          </a:p>
          <a:p>
            <a:pPr lvl="1"/>
            <a:r>
              <a:t>Kelly Snyder keeps the portfolio docket current and reconciles every date against the office record</a:t>
            </a:r>
          </a:p>
          <a:p>
            <a:pPr lvl="1"/>
            <a:r>
              <a:t>Amanda Schwartz reconciles each file history and flags gaps for retrieval</a:t>
            </a:r>
          </a:p>
          <a:p>
            <a:pPr lvl="1"/>
            <a:r>
              <a:t>Heather Munoz reviews claim scope and prosecution posture and owns the conclusions</a:t>
            </a:r>
          </a:p>
          <a:p>
            <a:pPr lvl="1"/>
            <a:r>
              <a:t>One master date list governs the work, reconciled weekly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The portfolio is pulled and fully docketed</a:t>
            </a:r>
          </a:p>
          <a:p>
            <a:pPr lvl="1"/>
            <a:r>
              <a:t>File-history reconciliation is under way, the larger families first</a:t>
            </a:r>
          </a:p>
          <a:p>
            <a:pPr lvl="1"/>
            <a:r>
              <a:t>The first substantive review passes are beginning</a:t>
            </a:r>
          </a:p>
          <a:p>
            <a:pPr lvl="1"/>
            <a:r>
              <a:t>No docket date is currently at risk</a:t>
            </a:r>
          </a:p>
          <a:p>
            <a:pPr lvl="1"/>
            <a:r>
              <a:t>Observations only at this stage; no conclusions are offered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the Review Will Deliver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 single written review, organized family by family</a:t>
            </a:r>
          </a:p>
          <a:p>
            <a:pPr lvl="1"/>
            <a:r>
              <a:t>The docket confirmed against the office record, with any correction noted and sourced</a:t>
            </a:r>
          </a:p>
          <a:p>
            <a:pPr lvl="1"/>
            <a:r>
              <a:t>Claim scope and prosecution posture summarized for each family</a:t>
            </a:r>
          </a:p>
          <a:p>
            <a:pPr lvl="1"/>
            <a:r>
              <a:t>Deadlines identified early enough to be acted on deliberately</a:t>
            </a:r>
          </a:p>
          <a:p>
            <a:pPr lvl="1"/>
            <a:r>
              <a:t>The decisions we believe Odonnell Inc should weigh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Comes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Complete the file-history reconciliation across the portfolio</a:t>
            </a:r>
          </a:p>
          <a:p>
            <a:pPr lvl="1"/>
            <a:r>
              <a:t>Work through the substantive review in docket order</a:t>
            </a:r>
          </a:p>
          <a:p>
            <a:pPr lvl="1"/>
            <a:r>
              <a:t>Retrieve any documents missing from the histories</a:t>
            </a:r>
          </a:p>
          <a:p>
            <a:pPr lvl="1"/>
            <a:r>
              <a:t>Report any date at risk to Gary Smith the day it is identified</a:t>
            </a:r>
          </a:p>
          <a:p>
            <a:pPr lvl="1"/>
            <a:r>
              <a:t>Hold the next briefing once the first families are through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Patent Portfolio Review for Odonnell Inc</dc:title>
  <dc:subject/>
  <dc:creator>Kelly Snyder</dc:creator>
  <cp:keywords/>
  <dc:description>generated using python-pptx</dc:description>
  <cp:lastModifiedBy>Kelly Snyder</cp:lastModifiedBy>
  <cp:revision>1</cp:revision>
  <dcterms:created xsi:type="dcterms:W3CDTF">2019-07-05T09:00:00Z</dcterms:created>
  <dcterms:modified xsi:type="dcterms:W3CDTF">2019-07-05T09:00:00Z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