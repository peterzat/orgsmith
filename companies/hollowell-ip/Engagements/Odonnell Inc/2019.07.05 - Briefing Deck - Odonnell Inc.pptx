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E4D2B"/>
                </a:solidFill>
              </a:rPr>
              <a:t>Patent Portfolio Review: Odonnell Inc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Hollowell Patent Group PLLC — July 5, 2019</a:t>
            </a:r>
          </a:p>
          <a:p>
            <a:pPr lvl="1"/>
            <a:r>
              <a:t>Status briefing for Gary Smith, General Manager.</a:t>
            </a:r>
          </a:p>
          <a:p>
            <a:pPr lvl="1"/>
            <a:r>
              <a:t>Review under way since May 13, 2019.</a:t>
            </a:r>
          </a:p>
          <a:p>
            <a:pPr lvl="1"/>
            <a:r>
              <a:t>Prepared by Kelly Snyder, Patent Agent.</a:t>
            </a:r>
          </a:p>
          <a:p>
            <a:pPr lvl="1"/>
            <a:r>
              <a:t>Privileged and confidential. Attorney-client communication.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4D2B"/>
                </a:solidFill>
              </a:rPr>
              <a:t>Where the Work Stands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Docket reconciled against patent office records. Your records and theirs agree on every open deadline.</a:t>
            </a:r>
          </a:p>
          <a:p>
            <a:pPr lvl="1"/>
            <a:r>
              <a:t>Maintenance fee on the older patent paid on your instruction. That patent stays in the review like any other.</a:t>
            </a:r>
          </a:p>
          <a:p>
            <a:pPr lvl="1"/>
            <a:r>
              <a:t>Earliest-filed families reviewed. Pending applications are next.</a:t>
            </a:r>
          </a:p>
          <a:p>
            <a:pPr lvl="1"/>
            <a:r>
              <a:t>Title review under way. Current product list received; claim mapping started.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4D2B"/>
                </a:solidFill>
              </a:rPr>
              <a:t>How Each Family Is Assessed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Legal status and remaining term.</a:t>
            </a:r>
          </a:p>
          <a:p>
            <a:pPr lvl="1"/>
            <a:r>
              <a:t>Maintenance fees and annuities due through end of term.</a:t>
            </a:r>
          </a:p>
          <a:p>
            <a:pPr lvl="1"/>
            <a:r>
              <a:t>Chain of title as recorded, checked against the inventor agreements.</a:t>
            </a:r>
          </a:p>
          <a:p>
            <a:pPr lvl="1"/>
            <a:r>
              <a:t>Claim coverage of current and planned products.</a:t>
            </a:r>
          </a:p>
          <a:p>
            <a:pPr lvl="1"/>
            <a:r>
              <a:t>One recommendation per family: maintain, continue, or let lapse.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4D2B"/>
                </a:solidFill>
              </a:rPr>
              <a:t>Early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Older issued families are largely in order.</a:t>
            </a:r>
          </a:p>
          <a:p>
            <a:pPr lvl="1"/>
            <a:r>
              <a:t>Some may not justify their next maintenance payment. No recommendation yet.</a:t>
            </a:r>
          </a:p>
          <a:p>
            <a:pPr lvl="1"/>
            <a:r>
              <a:t>Recorded inventor assignments are incomplete on some older families.</a:t>
            </a:r>
          </a:p>
          <a:p>
            <a:pPr lvl="1"/>
            <a:r>
              <a:t>Most title gaps look curable by corrective assignment. That depends on the inventor agreements.</a:t>
            </a:r>
          </a:p>
          <a:p>
            <a:pPr lvl="1"/>
            <a:r>
              <a:t>All observations are provisional until Heather Munoz signs off.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4D2B"/>
                </a:solidFill>
              </a:rP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Heather Munoz, Partner. Supervises the review and signs the final report.</a:t>
            </a:r>
          </a:p>
          <a:p>
            <a:pPr lvl="1"/>
            <a:r>
              <a:t>Kelly Snyder, Patent Agent. Day-to-day contact; prosecution histories and claims.</a:t>
            </a:r>
          </a:p>
          <a:p>
            <a:pPr lvl="1"/>
            <a:r>
              <a:t>Amanda Schwartz, Associate. Chain of title and product mapping.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4D2B"/>
                </a:solidFill>
              </a:rPr>
              <a:t>What We Need in July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Gary Smith: planned releases for the next two years.</a:t>
            </a:r>
          </a:p>
          <a:p>
            <a:pPr lvl="1"/>
            <a:r>
              <a:t>Gary Smith: the name of the officer who signs corrective assignments for the company.</a:t>
            </a:r>
          </a:p>
          <a:p>
            <a:pPr lvl="1"/>
            <a:r>
              <a:t>Amanda Schwartz: draft corrective assignments for your review.</a:t>
            </a:r>
          </a:p>
          <a:p>
            <a:pPr lvl="1"/>
            <a:r>
              <a:t>Kelly Snyder: finish the pending application families.</a:t>
            </a:r>
          </a:p>
          <a:p>
            <a:pPr lvl="1"/>
            <a:r>
              <a:t>Working session on interim findings, to be scheduled with your office.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Patent Portfolio Review for Odonnell Inc</dc:title>
  <dc:subject/>
  <dc:creator>Kelly Snyder</dc:creator>
  <cp:keywords/>
  <dc:description>generated using python-pptx</dc:description>
  <cp:lastModifiedBy>Kelly Snyder</cp:lastModifiedBy>
  <cp:revision>1</cp:revision>
  <dcterms:created xsi:type="dcterms:W3CDTF">2019-07-05T09:00:00Z</dcterms:created>
  <dcterms:modified xsi:type="dcterms:W3CDTF">2019-07-05T09:00:00Z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