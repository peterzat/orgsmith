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Patent Portfolio Review: Odonnell Inc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Hollowell Patent Group PLLC — July 5, 2019</a:t>
            </a:r>
          </a:p>
          <a:p>
            <a:pPr lvl="1"/>
            <a:r>
              <a:t>Prepared for Gary Smith, General Manager</a:t>
            </a:r>
          </a:p>
          <a:p>
            <a:pPr lvl="1"/>
            <a:r>
              <a:t>Prepared by Kelly Snyder, Patent Agent</a:t>
            </a:r>
          </a:p>
          <a:p>
            <a:pPr lvl="1"/>
            <a:r>
              <a:t>Reviewed by Heather Munoz, Partner</a:t>
            </a:r>
          </a:p>
          <a:p>
            <a:pPr lvl="1"/>
            <a:r>
              <a:t>Engagement commenced May 13, 2019; approximately seven months end to end</a:t>
            </a:r>
          </a:p>
          <a:p>
            <a:pPr lvl="1"/>
            <a:r>
              <a:t>Privileged and confidential. Prepared for the board of Odonnell Inc and not for circulation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What We Were Asked To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Establish, family by family, what is actually on file and who owns it</a:t>
            </a:r>
          </a:p>
          <a:p>
            <a:pPr lvl="1"/>
            <a:r>
              <a:t>Compare issued and pending claims against the products you designate</a:t>
            </a:r>
          </a:p>
          <a:p>
            <a:pPr lvl="1"/>
            <a:r>
              <a:t>Identify where continuation and divisional practice remains open, and when it closes</a:t>
            </a:r>
          </a:p>
          <a:p>
            <a:pPr lvl="1"/>
            <a:r>
              <a:t>Verify every deadline in the portfolio against our own docket</a:t>
            </a:r>
          </a:p>
          <a:p>
            <a:pPr lvl="1"/>
            <a:r>
              <a:t>Deliver written findings organized by family, each carrying the record behind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Where the Work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Portfolio inventory complete; every family identified and opened on our docket</a:t>
            </a:r>
          </a:p>
          <a:p>
            <a:pPr lvl="1"/>
            <a:r>
              <a:t>File histories reconstructed for roughly half the families; the remainder are ordered</a:t>
            </a:r>
          </a:p>
          <a:p>
            <a:pPr lvl="1"/>
            <a:r>
              <a:t>Chain of title confirmed on the families reviewed to date, with one recording gap listed and being chased</a:t>
            </a:r>
          </a:p>
          <a:p>
            <a:pPr lvl="1"/>
            <a:r>
              <a:t>Claim mapping under way on the families where the record is complete</a:t>
            </a:r>
          </a:p>
          <a:p>
            <a:pPr lvl="1"/>
            <a:r>
              <a:t>Early phase: what follows is inventory and observation, not advice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Observations To 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The portfolio reads as families, not as a stack of independent files, which is a better starting position than most reviews find</a:t>
            </a:r>
          </a:p>
          <a:p>
            <a:pPr lvl="1"/>
            <a:r>
              <a:t>Continuation practice appears to remain open in more than one family; whether it is worth exercising is a question for the findings, not for this deck</a:t>
            </a:r>
          </a:p>
          <a:p>
            <a:pPr lvl="1"/>
            <a:r>
              <a:t>One family's claims and the product designations do not line up as cleanly as the file suggests; Amanda Schwartz is working it</a:t>
            </a:r>
          </a:p>
          <a:p>
            <a:pPr lvl="1"/>
            <a:r>
              <a:t>Our docket and the schedule kept before this engagement disagree on a small number of entries; we are working from the earlier date in each case until the file resolves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What We Need From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Product designations confirmed in writing, family by family</a:t>
            </a:r>
          </a:p>
          <a:p>
            <a:pPr lvl="1"/>
            <a:r>
              <a:t>Your copies of the assignment records for the earliest family</a:t>
            </a:r>
          </a:p>
          <a:p>
            <a:pPr lvl="1"/>
            <a:r>
              <a:t>A named person on your side for questions of commercial intent, where the answer is a business judgment and not a legal one</a:t>
            </a:r>
          </a:p>
          <a:p>
            <a:pPr lvl="1"/>
            <a:r>
              <a:t>Notice of anything filed, licensed, or asserted that we would not find in the official 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Complete the remaining file histories and close the recording gap</a:t>
            </a:r>
          </a:p>
          <a:p>
            <a:pPr lvl="1"/>
            <a:r>
              <a:t>Finish claim mapping across all families; Amanda Schwartz owns the comparison</a:t>
            </a:r>
          </a:p>
          <a:p>
            <a:pPr lvl="1"/>
            <a:r>
              <a:t>Heather Munoz to draft the family-level positions once the mapping is complete</a:t>
            </a:r>
          </a:p>
          <a:p>
            <a:pPr lvl="1"/>
            <a:r>
              <a:t>Reconcile every disputed docket entry against the official record and report the result in writing</a:t>
            </a:r>
          </a:p>
          <a:p>
            <a:pPr lvl="1"/>
            <a:r>
              <a:t>Periodic written reports continue against the matter docket; Kelly Snyder is your point of contact between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Patent Portfolio Review for Odonnell Inc</dc:title>
  <dc:subject/>
  <dc:creator>Kelly Snyder</dc:creator>
  <cp:keywords/>
  <dc:description>generated using python-pptx</dc:description>
  <cp:lastModifiedBy>Kelly Snyder</cp:lastModifiedBy>
  <cp:revision>1</cp:revision>
  <dcterms:created xsi:type="dcterms:W3CDTF">2019-07-05T09:00:00Z</dcterms:created>
  <dcterms:modified xsi:type="dcterms:W3CDTF">2019-07-05T09:00:00Z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