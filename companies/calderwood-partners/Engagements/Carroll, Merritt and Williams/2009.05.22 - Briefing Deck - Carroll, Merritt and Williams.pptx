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Post-Merger Integration: Carroll, Merritt and Williams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May 22, 2009</a:t>
            </a:r>
          </a:p>
          <a:p>
            <a:pPr/>
            <a:r>
              <a:t>A briefing on the current-state review, prepared for Joseph Wallace and the finance leadership by the Calderwood engagement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engagement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engagement began on April 22, 2009 and is planned to run for about four months.</a:t>
            </a:r>
          </a:p>
          <a:p>
            <a:pPr lvl="1"/>
            <a:r>
              <a:t>We are in the opening phase, understanding how each of the two combined businesses runs today.</a:t>
            </a:r>
          </a:p>
          <a:p>
            <a:pPr lvl="1"/>
            <a:r>
              <a:t>Nothing is settled yet; today's purpose is to share what the review has surfaced and to agree the questions worth pursuing.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engagement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Jason Torres, Principal, owns the relationship and is your point of contact for any decision of substance.</a:t>
            </a:r>
          </a:p>
          <a:p>
            <a:pPr lvl="1"/>
            <a:r>
              <a:t>Daniel Leach leads the current-state mapping and the combined cost baseline.</a:t>
            </a:r>
          </a:p>
          <a:p>
            <a:pPr lvl="1"/>
            <a:r>
              <a:t>Mary Parker leads the market and peer research that frames where the value 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review shows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two operating models overlap most in the shared support functions, which is where early consolidation is most likely to be considered.</a:t>
            </a:r>
          </a:p>
          <a:p>
            <a:pPr lvl="1"/>
            <a:r>
              <a:t>The combined cost baseline is largely assembled; a small number of finance schedules are still being reconciled with your team.</a:t>
            </a:r>
          </a:p>
          <a:p>
            <a:pPr lvl="1"/>
            <a:r>
              <a:t>Customer-facing operations differ more than either side expected, and will need care so that integration does not disturb what is 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decisions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Which functions to combine first, and the sequence in which the organization can absorb the change.</a:t>
            </a:r>
          </a:p>
          <a:p>
            <a:pPr lvl="1"/>
            <a:r>
              <a:t>Where the near-term savings are real, as against where they only appear on paper.</a:t>
            </a:r>
          </a:p>
          <a:p>
            <a:pPr lvl="1"/>
            <a:r>
              <a:t>How to protect the parts of each business that are already performing while the integration proceeds.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Immediate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out the remaining finance schedules with Joseph Wallace's team this week.</a:t>
            </a:r>
          </a:p>
          <a:p>
            <a:pPr lvl="1"/>
            <a:r>
              <a:t>Hold the working session to review these findings in full.</a:t>
            </a:r>
          </a:p>
          <a:p>
            <a:pPr lvl="1"/>
            <a:r>
              <a:t>Agree the two or three decisions the integration turns on, so the next phase can begin with a clear mandate.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Post-Merger Integration for Carroll, Merritt and Williams</dc:title>
  <dc:subject/>
  <dc:creator>Daniel Leach</dc:creator>
  <cp:keywords/>
  <dc:description>generated using python-pptx</dc:description>
  <cp:lastModifiedBy>Daniel Leach</cp:lastModifiedBy>
  <cp:revision>1</cp:revision>
  <dcterms:created xsi:type="dcterms:W3CDTF">2009-05-22T09:00:00Z</dcterms:created>
  <dcterms:modified xsi:type="dcterms:W3CDTF">2009-05-22T09:00:00Z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