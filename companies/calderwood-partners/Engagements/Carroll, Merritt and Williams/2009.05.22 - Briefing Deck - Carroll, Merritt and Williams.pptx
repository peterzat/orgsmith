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Post-Merger Integration: Carroll, Merritt and Williams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May 22, 2009</a:t>
            </a:r>
          </a:p>
          <a:p>
            <a:pPr lvl="1"/>
            <a:r>
              <a:t>Client of record: Carroll, Merritt and Williams</a:t>
            </a:r>
          </a:p>
          <a:p>
            <a:pPr lvl="1"/>
            <a:r>
              <a:t>Engagement commenced April 22, 2009</a:t>
            </a:r>
          </a:p>
          <a:p>
            <a:pPr lvl="1"/>
            <a:r>
              <a:t>Prepared for Joseph Wallace, Chief Financial Officer</a:t>
            </a:r>
          </a:p>
          <a:p>
            <a:pPr lvl="1"/>
            <a:r>
              <a:t>Prepared by Daniel Leach, with Jason Torres and Mary Parker</a:t>
            </a:r>
          </a:p>
          <a:p>
            <a:pPr lvl="1"/>
            <a:r>
              <a:t>Status briefing, early phase of the engagement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this engagement will deliver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 single reconciled view of the combined company as it stands today</a:t>
            </a:r>
          </a:p>
          <a:p>
            <a:pPr lvl="1"/>
            <a:r>
              <a:t>A cost baseline for the combined business, built from your own management accounts</a:t>
            </a:r>
          </a:p>
          <a:p>
            <a:pPr lvl="1"/>
            <a:r>
              <a:t>A target operating model for the functions in scope</a:t>
            </a:r>
          </a:p>
          <a:p>
            <a:pPr lvl="1"/>
            <a:r>
              <a:t>A prioritized plan for the first period after integration</a:t>
            </a:r>
          </a:p>
          <a:p>
            <a:pPr lvl="1"/>
            <a:r>
              <a:t>Findings and recommendations you can act on within the engagement term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are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Findings first: every figure ties back to a workpaper we can produce on request</a:t>
            </a:r>
          </a:p>
          <a:p>
            <a:pPr lvl="1"/>
            <a:r>
              <a:t>Combined and legacy views shown side by side, not blended into a single number</a:t>
            </a:r>
          </a:p>
          <a:p>
            <a:pPr lvl="1"/>
            <a:r>
              <a:t>Interim results brought to you as they firm up, not held to the end</a:t>
            </a:r>
          </a:p>
          <a:p>
            <a:pPr lvl="1"/>
            <a:r>
              <a:t>Findings and recommendations kept separate and clearly labeled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Headcount and reporting data reconciled across both legacy companies by Mary Parker</a:t>
            </a:r>
          </a:p>
          <a:p>
            <a:pPr lvl="1"/>
            <a:r>
              <a:t>Functional overlaps being mapped by Jason Torres and Daniel Leach</a:t>
            </a:r>
          </a:p>
          <a:p>
            <a:pPr lvl="1"/>
            <a:r>
              <a:t>Cost baseline underway; the acquired-company accounts are now in hand</a:t>
            </a:r>
          </a:p>
          <a:p>
            <a:pPr lvl="1"/>
            <a:r>
              <a:t>Overhead is defined differently by each company and needs to be settled</a:t>
            </a:r>
          </a:p>
          <a:p>
            <a:pPr lvl="1"/>
            <a:r>
              <a:t>No findings yet: this is an early status, not a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need from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Confirmation of the in-scope function list</a:t>
            </a:r>
          </a:p>
          <a:p>
            <a:pPr lvl="1"/>
            <a:r>
              <a:t>Sign-off from your finance staff on the account definitions</a:t>
            </a:r>
          </a:p>
          <a:p>
            <a:pPr lvl="1"/>
            <a:r>
              <a:t>Access to the people who can answer questions on the acquired-company accounts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Close the cost baseline once the account definitions are confirmed</a:t>
            </a:r>
          </a:p>
          <a:p>
            <a:pPr lvl="1"/>
            <a:r>
              <a:t>Complete the functional overlap map for the in-scope functions</a:t>
            </a:r>
          </a:p>
          <a:p>
            <a:pPr lvl="1"/>
            <a:r>
              <a:t>Bring the first findings to the next working session, labeled as findings</a:t>
            </a:r>
          </a:p>
          <a:p>
            <a:pPr lvl="1"/>
            <a:r>
              <a:t>Continue routing requests through Joseph Wallace's office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Post-Merger Integration for Carroll, Merritt and Williams</dc:title>
  <dc:subject/>
  <dc:creator>Daniel Leach</dc:creator>
  <cp:keywords/>
  <dc:description>generated using python-pptx</dc:description>
  <cp:lastModifiedBy>Daniel Leach</cp:lastModifiedBy>
  <cp:revision>1</cp:revision>
  <dcterms:created xsi:type="dcterms:W3CDTF">2009-05-22T09:00:00Z</dcterms:created>
  <dcterms:modified xsi:type="dcterms:W3CDTF">2009-05-22T09:00:00Z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