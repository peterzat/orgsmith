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Supply Chain Review for Poole, Mcknight and Rush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June 14, 2010</a:t>
            </a:r>
          </a:p>
          <a:p>
            <a:pPr/>
            <a:r>
              <a:t>A briefing for the client sponsor on the opening phase of the review. The engagement began on May 18, 2010 and is scoped to run about four months; this deck covers where the work stands in its early weeks.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we set out to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Where the supply chain of Poole, Mcknight and Rush earns its keep today, and where it costs more than it returns.</a:t>
            </a:r>
          </a:p>
          <a:p>
            <a:pPr lvl="1"/>
            <a:r>
              <a:t>How cost, service levels, and inventory compare with a well-run operation of similar size.</a:t>
            </a:r>
          </a:p>
          <a:p>
            <a:pPr lvl="1"/>
            <a:r>
              <a:t>Which improvements are worth pursuing, and what each would ask of the organization.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work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are in the opening phase: building a faithful picture of the supply chain as it runs today.</a:t>
            </a:r>
          </a:p>
          <a:p>
            <a:pPr lvl="1"/>
            <a:r>
              <a:t>The flow from supplier to point of use is being traced end to end.</a:t>
            </a:r>
          </a:p>
          <a:p>
            <a:pPr lvl="1"/>
            <a:r>
              <a:t>First data requests are out to the client team, and the cost and inventory picture is being assembled behind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baseline is beginning to 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documented process and the process as actually run differ in a few predictable places.</a:t>
            </a:r>
          </a:p>
          <a:p>
            <a:pPr lvl="1"/>
            <a:r>
              <a:t>Inventory is carried unevenly across the network, and some of it buys less protection than its cost suggests.</a:t>
            </a:r>
          </a:p>
          <a:p>
            <a:pPr lvl="1"/>
            <a:r>
              <a:t>A few figures still rest on data we are verifying; we mark those plainly rather than lean on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Your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Michael Walker, Engagement Manager, runs the work day to day and holds the relationship.</a:t>
            </a:r>
          </a:p>
          <a:p>
            <a:pPr lvl="1"/>
            <a:r>
              <a:t>Deborah Gordon, Associate, leads the benchmarking and the cost and inventory analysis.</a:t>
            </a:r>
          </a:p>
          <a:p>
            <a:pPr lvl="1"/>
            <a:r>
              <a:t>Daniel Leach, Research Associate, assembles and verifies the underlying data.</a:t>
            </a:r>
          </a:p>
          <a:p>
            <a:pPr lvl="1"/>
            <a:r>
              <a:t>Sandra Flores, Chief Operating Officer, is our sponsor on the client 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happens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out the baseline and the benchmark over the coming weeks.</a:t>
            </a:r>
          </a:p>
          <a:p>
            <a:pPr lvl="1"/>
            <a:r>
              <a:t>Frame the handful of improvements the analysis supports, each with its cost and its likely return.</a:t>
            </a:r>
          </a:p>
          <a:p>
            <a:pPr lvl="1"/>
            <a:r>
              <a:t>Return to you with those options before any direction is fixed.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Supply Chain Review for Poole, Mcknight and Rush</dc:title>
  <dc:subject/>
  <dc:creator>Deborah Gordon</dc:creator>
  <cp:keywords/>
  <dc:description>generated using python-pptx</dc:description>
  <cp:lastModifiedBy>Deborah Gordon</cp:lastModifiedBy>
  <cp:revision>1</cp:revision>
  <dcterms:created xsi:type="dcterms:W3CDTF">2010-06-14T09:00:00Z</dcterms:created>
  <dcterms:modified xsi:type="dcterms:W3CDTF">2010-06-14T09:00:00Z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