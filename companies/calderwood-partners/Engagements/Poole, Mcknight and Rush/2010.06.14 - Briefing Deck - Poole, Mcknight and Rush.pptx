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OrgSmith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Supply Chain Review for Poole, Mcknight and Rush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Calderwood Partners LLC — June 14, 2010</a:t>
            </a:r>
          </a:p>
          <a:p>
            <a:pPr lvl="1"/>
            <a:r>
              <a:t>A progress briefing for Sandra Flores, Chief Operating Officer</a:t>
            </a:r>
          </a:p>
          <a:p>
            <a:pPr lvl="1"/>
            <a:r>
              <a:t>Engagement commenced May 18, 2010</a:t>
            </a:r>
          </a:p>
          <a:p>
            <a:pPr lvl="1"/>
            <a:r>
              <a:t>Prepared by the engagement team; presented by Deborah Gordon</a:t>
            </a:r>
          </a:p>
          <a:p>
            <a:pPr lvl="1"/>
            <a:r>
              <a:t>Early in the work: the baseline is under construction and there are no findings yet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What You Asked Us To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Where the supply chain costs more than it should, end to end</a:t>
            </a:r>
          </a:p>
          <a:p>
            <a:pPr lvl="1"/>
            <a:r>
              <a:t>Purchasing, inbound freight, warehousing, inventory, and order fulfillment</a:t>
            </a:r>
          </a:p>
          <a:p>
            <a:pPr lvl="1"/>
            <a:r>
              <a:t>A baseline of how cost and goods move today, built from your own records</a:t>
            </a:r>
          </a:p>
          <a:p>
            <a:pPr lvl="1"/>
            <a:r>
              <a:t>The buffers, the expedited freight, and the handling that carry avoidable cost</a:t>
            </a:r>
          </a:p>
          <a:p>
            <a:pPr lvl="1"/>
            <a:r>
              <a:t>Recommendations that are sized and sequenced, not a wish list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How We Are Working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We start from your purchasing, inventory, and freight data, not a template</a:t>
            </a:r>
          </a:p>
          <a:p>
            <a:pPr lvl="1"/>
            <a:r>
              <a:t>Daniel Leach is assembling and reconciling the operating data</a:t>
            </a:r>
          </a:p>
          <a:p>
            <a:pPr lvl="1"/>
            <a:r>
              <a:t>Michael Walker is arranging the site visits and the interviews</a:t>
            </a:r>
          </a:p>
          <a:p>
            <a:pPr lvl="1"/>
            <a:r>
              <a:t>Two or three sites at Poole, Mcknight and Rush walked, with purchasing and warehouse staff</a:t>
            </a:r>
          </a:p>
          <a:p>
            <a:pPr lvl="1"/>
            <a:r>
              <a:t>Every figure we show you will tie back to one your team already recognizes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What We Are Seeing So Far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Inventory sits longer in two of the regional warehouses than the service level needs</a:t>
            </a:r>
          </a:p>
          <a:p>
            <a:pPr lvl="1"/>
            <a:r>
              <a:t>A sizable share of inbound freight is moving on expedited terms to recover lost time</a:t>
            </a:r>
          </a:p>
          <a:p>
            <a:pPr lvl="1"/>
            <a:r>
              <a:t>Safety stock looks set by habit in several categories rather than by demand</a:t>
            </a:r>
          </a:p>
          <a:p>
            <a:pPr lvl="1"/>
            <a:r>
              <a:t>These are observations from the data so far, not findings, and none is sized yet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Where the Work Stands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Purchasing and inventory data received and being reconciled</a:t>
            </a:r>
          </a:p>
          <a:p>
            <a:pPr lvl="1"/>
            <a:r>
              <a:t>Freight and warehouse cost baseline under construction</a:t>
            </a:r>
          </a:p>
          <a:p>
            <a:pPr lvl="1"/>
            <a:r>
              <a:t>First site visits scheduled and the interviews beginning</a:t>
            </a:r>
          </a:p>
          <a:p>
            <a:pPr lvl="1"/>
            <a:r>
              <a:t>Roughly a quarter of the way through a review planned for about four months</a:t>
            </a:r>
          </a:p>
          <a:p>
            <a:pPr lvl="1"/>
            <a:r>
              <a:t>No target design is on the table, and none should be read into this briefing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What Comes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Close the baseline and confirm it against your management accounts</a:t>
            </a:r>
          </a:p>
          <a:p>
            <a:pPr lvl="1"/>
            <a:r>
              <a:t>Walk the remaining sites and finish the first round of interviews</a:t>
            </a:r>
          </a:p>
          <a:p>
            <a:pPr lvl="1"/>
            <a:r>
              <a:t>Frame the cost drivers for discussion at the next working session</a:t>
            </a:r>
          </a:p>
          <a:p>
            <a:pPr lvl="1"/>
            <a:r>
              <a:t>Questions to Deborah Gordon; data questions direct to Daniel Leach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Briefing Deck: Supply Chain Review for Poole, Mcknight and Rush</dc:title>
  <dc:subject/>
  <dc:creator>Deborah Gordon</dc:creator>
  <cp:keywords/>
  <dc:description>generated using python-pptx</dc:description>
  <cp:lastModifiedBy>Deborah Gordon</cp:lastModifiedBy>
  <cp:revision>1</cp:revision>
  <dcterms:created xsi:type="dcterms:W3CDTF">2010-06-14T09:00:00Z</dcterms:created>
  <dcterms:modified xsi:type="dcterms:W3CDTF">2010-06-14T09:00:00Z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gSmithSynthetic">
    <vt:lpwstr>true</vt:lpwstr>
  </property>
</Properties>
</file>