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Growth Strategy for Key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August 24, 2009</a:t>
            </a:r>
          </a:p>
          <a:p>
            <a:pPr lvl="1"/>
            <a:r>
              <a:t>A progress briefing for Steven Lowe, Vice President, Finance</a:t>
            </a:r>
          </a:p>
          <a:p>
            <a:pPr lvl="1"/>
            <a:r>
              <a:t>Engagement commenced July 4, 2009</a:t>
            </a:r>
          </a:p>
          <a:p>
            <a:pPr lvl="1"/>
            <a:r>
              <a:t>Prepared by the engagement team at Key Group's request</a:t>
            </a:r>
          </a:p>
          <a:p>
            <a:pPr lvl="1"/>
            <a:r>
              <a:t>Brenda Rodriguez, Senior Consultant, and Daniel Leach, Research Associate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 We Are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Key Group's growth comes from over the next several years, and what it takes to capture it</a:t>
            </a:r>
          </a:p>
          <a:p>
            <a:pPr lvl="1"/>
            <a:r>
              <a:t>Read the current position: where the company earns today, by segment and by customer</a:t>
            </a:r>
          </a:p>
          <a:p>
            <a:pPr lvl="1"/>
            <a:r>
              <a:t>Size the market the company serves and the near segments it does not</a:t>
            </a:r>
          </a:p>
          <a:p>
            <a:pPr lvl="1"/>
            <a:r>
              <a:t>Frame the growth options and rank them on return and on what the company can execute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How We Are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start from your own segment numbers, not from a template</a:t>
            </a:r>
          </a:p>
          <a:p>
            <a:pPr lvl="1"/>
            <a:r>
              <a:t>Daniel Leach is sizing the market from published sources and your figures, in parallel with the current-state work</a:t>
            </a:r>
          </a:p>
          <a:p>
            <a:pPr lvl="1"/>
            <a:r>
              <a:t>Interviews with the four segment leads run through this phase</a:t>
            </a:r>
          </a:p>
          <a:p>
            <a:pPr lvl="1"/>
            <a:r>
              <a:t>Every figure we show ties back to one your finance team already recognizes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Are Hearing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Growth in the two largest segments looks concentrated in a handful of accounts, not spread across the base</a:t>
            </a:r>
          </a:p>
          <a:p>
            <a:pPr lvl="1"/>
            <a:r>
              <a:t>The nearest adjacent segments are larger than the core, but more contested</a:t>
            </a:r>
          </a:p>
          <a:p>
            <a:pPr lvl="1"/>
            <a:r>
              <a:t>Geographic extension comes up repeatedly in the interviews, without a clear read yet on what it would cost</a:t>
            </a:r>
          </a:p>
          <a:p>
            <a:pPr lvl="1"/>
            <a:r>
              <a:t>These are early observations from three of four interviews, offered as observations and not yet as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Current-position picture built to the segment level; customer detail in hand for the largest segment</a:t>
            </a:r>
          </a:p>
          <a:p>
            <a:pPr lvl="1"/>
            <a:r>
              <a:t>Market sizing under way, roughly half complete</a:t>
            </a:r>
          </a:p>
          <a:p>
            <a:pPr lvl="1"/>
            <a:r>
              <a:t>Three of the four segment-lead interviews done</a:t>
            </a:r>
          </a:p>
          <a:p>
            <a:pPr lvl="1"/>
            <a:r>
              <a:t>No growth options are on the table yet, and none should be read into this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the last interview and finish the market sizing</a:t>
            </a:r>
          </a:p>
          <a:p>
            <a:pPr lvl="1"/>
            <a:r>
              <a:t>Frame three or four growth options, with their requirements and returns, for discussion and not for decision</a:t>
            </a:r>
          </a:p>
          <a:p>
            <a:pPr lvl="1"/>
            <a:r>
              <a:t>Bring the current-position read and the option set to the next working session</a:t>
            </a:r>
          </a:p>
          <a:p>
            <a:pPr lvl="1"/>
            <a:r>
              <a:t>Questions to Brenda Rodriguez; data questions direct to Daniel Leach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Growth Strategy for Key Group</dc:title>
  <dc:subject/>
  <dc:creator>Brenda Rodriguez</dc:creator>
  <cp:keywords/>
  <dc:description>generated using python-pptx</dc:description>
  <cp:lastModifiedBy>Brenda Rodriguez</cp:lastModifiedBy>
  <cp:revision>1</cp:revision>
  <dcterms:created xsi:type="dcterms:W3CDTF">2009-08-24T09:00:00Z</dcterms:created>
  <dcterms:modified xsi:type="dcterms:W3CDTF">2009-08-24T09:00:00Z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