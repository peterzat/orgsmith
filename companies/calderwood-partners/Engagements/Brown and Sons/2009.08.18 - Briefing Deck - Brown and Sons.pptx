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Cost Transformation: Brown and Sons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Calderwood Partners LLC — August 18, 2009</a:t>
            </a:r>
          </a:p>
          <a:p>
            <a:pPr/>
            <a:r>
              <a:t>A progress briefing prepared for Sandra Frazier and the finance leadership by the Calderwood engagement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the engagement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engagement began on June 25, 2009 and is planned to run about seven months.</a:t>
            </a:r>
          </a:p>
          <a:p>
            <a:pPr lvl="1"/>
            <a:r>
              <a:t>We are in the current-state phase, building and reconciling the cost baseline for Brown and Sons.</a:t>
            </a:r>
          </a:p>
          <a:p>
            <a:pPr lvl="1"/>
            <a:r>
              <a:t>The baseline is substantially assembled; a small number of allocations are still being agreed with your finance team.</a:t>
            </a:r>
          </a:p>
          <a:p>
            <a:pPr lvl="1"/>
            <a:r>
              <a:t>Nothing here is a recommendation yet; today is about the facts the later choices will rest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Your engagement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Michael Walker, Engagement Manager, is your day-to-day point of contact.</a:t>
            </a:r>
          </a:p>
          <a:p>
            <a:pPr lvl="1"/>
            <a:r>
              <a:t>James Green builds and maintains the cost model and the exhibits behind it.</a:t>
            </a:r>
          </a:p>
          <a:p>
            <a:pPr lvl="1"/>
            <a:r>
              <a:t>Deborah Gordon owns the benchmarking and the comparator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baseline shows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Cost concentrates in a small number of functions, more so than the budget alone would suggest.</a:t>
            </a:r>
          </a:p>
          <a:p>
            <a:pPr lvl="1"/>
            <a:r>
              <a:t>The support functions carry the clearest overlap and are the first place we will test for savings that are real rather than nominal.</a:t>
            </a:r>
          </a:p>
          <a:p>
            <a:pPr lvl="1"/>
            <a:r>
              <a:t>A share of the apparent duplication is tied to standing commitments, and we will keep what can be realized soon separate from what depends on those running their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The questions we 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Which costs can responsibly come out, and in what order the organization can absorb the change.</a:t>
            </a:r>
          </a:p>
          <a:p>
            <a:pPr lvl="1"/>
            <a:r>
              <a:t>Where the near-term savings are dependable as against where they only appear on paper.</a:t>
            </a:r>
          </a:p>
          <a:p>
            <a:pPr lvl="1"/>
            <a:r>
              <a:t>How to protect the parts of the business that are already performing while the work proceeds.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Close the outstanding allocations with your finance team this month.</a:t>
            </a:r>
          </a:p>
          <a:p>
            <a:pPr lvl="1"/>
            <a:r>
              <a:t>Finish the benchmarking and firm up the first read on addressable cost.</a:t>
            </a:r>
          </a:p>
          <a:p>
            <a:pPr lvl="1"/>
            <a:r>
              <a:t>Hold a working session with Sandra Frazier's team to review the baseline and agree what to pursue.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Cost Transformation for Brown and Sons</dc:title>
  <dc:subject/>
  <dc:creator>Michael Walker</dc:creator>
  <cp:keywords/>
  <dc:description>generated using python-pptx</dc:description>
  <cp:lastModifiedBy>Michael Walker</cp:lastModifiedBy>
  <cp:revision>1</cp:revision>
  <dcterms:created xsi:type="dcterms:W3CDTF">2009-08-18T09:00:00Z</dcterms:created>
  <dcterms:modified xsi:type="dcterms:W3CDTF">2009-08-18T09:00:00Z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