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Cost Transformation at Brown and Sons: Interim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August 18, 2009</a:t>
            </a:r>
          </a:p>
          <a:p>
            <a:pPr lvl="1"/>
            <a:r>
              <a:t>Prepared for Brown and Sons</a:t>
            </a:r>
          </a:p>
          <a:p>
            <a:pPr lvl="1"/>
            <a:r>
              <a:t>For the Finance leadership team</a:t>
            </a:r>
          </a:p>
          <a:p>
            <a:pPr lvl="1"/>
            <a:r>
              <a:t>Prepared by the Calderwood Partners engagement team</a:t>
            </a:r>
          </a:p>
          <a:p>
            <a:pPr lvl="1"/>
            <a:r>
              <a:t>Engagement commenced June 25, 2009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Current-state cost baseline built and reconciled to your general ledger and headcount records</a:t>
            </a:r>
          </a:p>
          <a:p>
            <a:pPr lvl="1"/>
            <a:r>
              <a:t>Operations and procurement interviews complete across the main lines of the business</a:t>
            </a:r>
          </a:p>
          <a:p>
            <a:pPr lvl="1"/>
            <a:r>
              <a:t>First savings opportunities identified across procurement, operations, and overhead, and now being sized</a:t>
            </a:r>
          </a:p>
          <a:p>
            <a:pPr lvl="1"/>
            <a:r>
              <a:t>On plan and on budget at this checkpoint, with no scope changes to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Every figure is built from your own records, not from outside benchmarks, so the case is one your team can stand behind</a:t>
            </a:r>
          </a:p>
          <a:p>
            <a:pPr lvl="1"/>
            <a:r>
              <a:t>Diagnostic before design, design before planning, each stage reconciled to the one before it</a:t>
            </a:r>
          </a:p>
          <a:p>
            <a:pPr lvl="1"/>
            <a:r>
              <a:t>Weekly contact with your office so nothing waits a month to surface</a:t>
            </a:r>
          </a:p>
          <a:p>
            <a:pPr lvl="1"/>
            <a:r>
              <a:t>Findings shown with the basis attached, never as a headline number to take on trust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Who is doing the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Michael Walker, Engagement Manager and your day-to-day contact</a:t>
            </a:r>
          </a:p>
          <a:p>
            <a:pPr lvl="1"/>
            <a:r>
              <a:t>James Green, Senior Associate, leading the cost baseline and spend analysis</a:t>
            </a:r>
          </a:p>
          <a:p>
            <a:pPr lvl="1"/>
            <a:r>
              <a:t>Deborah Gordon, Associate, leading the operations work and the synthesis</a:t>
            </a:r>
          </a:p>
          <a:p>
            <a:pPr lvl="1"/>
            <a:r>
              <a:t>Sandra Frazier, VP Finance, sponsoring the engagement on your 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are seeing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Third-party spend is spread across many vendors; consolidation looks like the single largest opportunity</a:t>
            </a:r>
          </a:p>
          <a:p>
            <a:pPr lvl="1"/>
            <a:r>
              <a:t>Overhead cost per unit sits above where comparable operations run, concentrated in the support functions</a:t>
            </a:r>
          </a:p>
          <a:p>
            <a:pPr lvl="1"/>
            <a:r>
              <a:t>Two operating processes carry visible rework; both are being sized now</a:t>
            </a:r>
          </a:p>
          <a:p>
            <a:pPr lvl="1"/>
            <a:r>
              <a:t>These figures are indicative at this stage and will be validated with your teams before anything is committed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Validate the savings estimates with your functional leads and firm up the ranges</a:t>
            </a:r>
          </a:p>
          <a:p>
            <a:pPr lvl="1"/>
            <a:r>
              <a:t>Build the phased business case, separating quick wins from structural change</a:t>
            </a:r>
          </a:p>
          <a:p>
            <a:pPr lvl="1"/>
            <a:r>
              <a:t>Draft an implementation roadmap your own managers can run from</a:t>
            </a:r>
          </a:p>
          <a:p>
            <a:pPr lvl="1"/>
            <a:r>
              <a:t>Agree how the benefit will be tracked once the work is handed over</a:t>
            </a:r>
          </a:p>
          <a:p>
            <a:pPr lvl="1"/>
            <a:r>
              <a:t>Interim read-out to Brown and Sons leadership in the coming weeks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Cost Transformation for Brown and Sons</dc:title>
  <dc:subject/>
  <dc:creator>Michael Walker</dc:creator>
  <cp:keywords/>
  <dc:description>generated using python-pptx</dc:description>
  <cp:lastModifiedBy>Michael Walker</cp:lastModifiedBy>
  <cp:revision>1</cp:revision>
  <dcterms:created xsi:type="dcterms:W3CDTF">2009-08-18T09:00:00Z</dcterms:created>
  <dcterms:modified xsi:type="dcterms:W3CDTF">2009-08-18T09:00:00Z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