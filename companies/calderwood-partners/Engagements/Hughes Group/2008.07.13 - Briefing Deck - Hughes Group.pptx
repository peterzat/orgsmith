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Operating Model Redesign for Hughes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July 13, 2008</a:t>
            </a:r>
          </a:p>
          <a:p>
            <a:pPr/>
            <a:r>
              <a:t>A progress briefing for the client sponsor, prepared by the engagement team. The engagement commenced May 18, 2008 and is scoped to run about eight months; this briefing covers the opening phase of the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work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 are in the opening phase: mapping how the organization runs today before proposing any change to it.</a:t>
            </a:r>
          </a:p>
          <a:p>
            <a:pPr lvl="1"/>
            <a:r>
              <a:t>The core processes are being traced end to end, with particular attention to where decisions are made and where they stall.</a:t>
            </a:r>
          </a:p>
          <a:p>
            <a:pPr lvl="1"/>
            <a:r>
              <a:t>First data requests are out to the client finance team, and the cost picture is being assembled behind the process 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the baseline is beginning to show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documented process and the process as actually run differ in a few predictable places, and that gap is where most of the friction sits.</a:t>
            </a:r>
          </a:p>
          <a:p>
            <a:pPr lvl="1"/>
            <a:r>
              <a:t>Accountability for several core results is split across functions, so no single owner sees a result from end to end.</a:t>
            </a:r>
          </a:p>
          <a:p>
            <a:pPr lvl="1"/>
            <a:r>
              <a:t>A shared cost center currently masks how two support functions consume resources; we are working with finance to separate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questions the redesign has to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Where should decision rights sit, so that the people accountable for a result also control it?</a:t>
            </a:r>
          </a:p>
          <a:p>
            <a:pPr lvl="1"/>
            <a:r>
              <a:t>Which activities belong together in the model, and which are grouped that way only by history?</a:t>
            </a:r>
          </a:p>
          <a:p>
            <a:pPr lvl="1"/>
            <a:r>
              <a:t>What can the organization operate for itself once we have gone, as against what looks good only on paper?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Your account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Jason Torres, Principal, holds the relationship and owns what we deliver.</a:t>
            </a:r>
          </a:p>
          <a:p>
            <a:pPr lvl="1"/>
            <a:r>
              <a:t>Brenda Rodriguez, Senior Consultant, leads the analysis and the operating and cost picture.</a:t>
            </a:r>
          </a:p>
          <a:p>
            <a:pPr lvl="1"/>
            <a:r>
              <a:t>Linda Gallegos, Chief Financial Officer, is our sponsor on the client side and our point of contact.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happens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out the baseline and the cost picture over the coming weeks.</a:t>
            </a:r>
          </a:p>
          <a:p>
            <a:pPr lvl="1"/>
            <a:r>
              <a:t>Shape two or three candidate models and test each against the baseline for what it costs and what it changes.</a:t>
            </a:r>
          </a:p>
          <a:p>
            <a:pPr lvl="1"/>
            <a:r>
              <a:t>Return to you with the options and their trade-offs before any direction is fixed.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Operating Model Redesign for Hughes Group</dc:title>
  <dc:subject/>
  <dc:creator>Jason Torres</dc:creator>
  <cp:keywords/>
  <dc:description>generated using python-pptx</dc:description>
  <cp:lastModifiedBy>Jason Torres</cp:lastModifiedBy>
  <cp:revision>1</cp:revision>
  <dcterms:created xsi:type="dcterms:W3CDTF">2008-07-13T09:00:00Z</dcterms:created>
  <dcterms:modified xsi:type="dcterms:W3CDTF">2008-07-13T09:00:00Z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