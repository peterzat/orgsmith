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OrgSmith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Operating Model Redesign for Hughes Group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Calderwood Partners LLC — July 13, 2008</a:t>
            </a:r>
          </a:p>
          <a:p>
            <a:pPr lvl="1"/>
            <a:r>
              <a:t>A progress briefing for Linda Gallegos, Chief Financial Officer</a:t>
            </a:r>
          </a:p>
          <a:p>
            <a:pPr lvl="1"/>
            <a:r>
              <a:t>Engagement commenced May 18, 2008</a:t>
            </a:r>
          </a:p>
          <a:p>
            <a:pPr lvl="1"/>
            <a:r>
              <a:t>Presented by Jason Torres, Principal</a:t>
            </a:r>
          </a:p>
          <a:p>
            <a:pPr lvl="1"/>
            <a:r>
              <a:t>Prepared by the engagement team for the client's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We Were Asked To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Redesign how the company is organized to run: structure, decision rights, and the cost that structure carries</a:t>
            </a:r>
          </a:p>
          <a:p>
            <a:pPr lvl="1"/>
            <a:r>
              <a:t>Diagnose the current operating model from the charts, the management accounts, and the leadership interviews</a:t>
            </a:r>
          </a:p>
          <a:p>
            <a:pPr lvl="1"/>
            <a:r>
              <a:t>Design a target model built for where the business is going, not for where it has been</a:t>
            </a:r>
          </a:p>
          <a:p>
            <a:pPr lvl="1"/>
            <a:r>
              <a:t>Lay out a roadmap that sequences the change and shows where the return is largest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How We Are Working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We start from your own charts and management accounts, not from a template</a:t>
            </a:r>
          </a:p>
          <a:p>
            <a:pPr lvl="1"/>
            <a:r>
              <a:t>Brenda Rodriguez leads the cost baseline and the current-state map</a:t>
            </a:r>
          </a:p>
          <a:p>
            <a:pPr lvl="1"/>
            <a:r>
              <a:t>Interviews with the business-unit heads run through the on-site weeks</a:t>
            </a:r>
          </a:p>
          <a:p>
            <a:pPr lvl="1"/>
            <a:r>
              <a:t>The cost baseline is built by function and by layer, so spend can be read against the structure that drives it</a:t>
            </a:r>
          </a:p>
          <a:p>
            <a:pPr lvl="1"/>
            <a:r>
              <a:t>Every number we show you ties back to one your finance team already recognizes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We Are Hearing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Leaders describe the same decision being made in more than one place, and then reconciled later</a:t>
            </a:r>
          </a:p>
          <a:p>
            <a:pPr lvl="1"/>
            <a:r>
              <a:t>The cost of coordinating across the structure shows up as meetings and rework, not as a line on the accounts</a:t>
            </a:r>
          </a:p>
          <a:p>
            <a:pPr lvl="1"/>
            <a:r>
              <a:t>Accountability that is clearly held moves work faster than accountability shared across several roles</a:t>
            </a:r>
          </a:p>
          <a:p>
            <a:pPr lvl="1"/>
            <a:r>
              <a:t>These are themes from the interviews so far, offered as observations and not yet as findings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Where the Work Stands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Organization charts and management accounts received and reconciled</a:t>
            </a:r>
          </a:p>
          <a:p>
            <a:pPr lvl="1"/>
            <a:r>
              <a:t>Cost baseline for Hughes Group built by function; the layer view is in progress</a:t>
            </a:r>
          </a:p>
          <a:p>
            <a:pPr lvl="1"/>
            <a:r>
              <a:t>Leadership interviews under way, roughly half complete</a:t>
            </a:r>
          </a:p>
          <a:p>
            <a:pPr lvl="1"/>
            <a:r>
              <a:t>Early pattern: decisions and cost do not sit in the same place, and we are testing how far that goes</a:t>
            </a:r>
          </a:p>
          <a:p>
            <a:pPr lvl="1"/>
            <a:r>
              <a:t>No target structure is on the table yet, and none should be inferred from this briefing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4A2E2A"/>
                </a:solidFill>
              </a:rPr>
              <a:t>What Comes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t>Finish the interviews and close the cost baseline</a:t>
            </a:r>
          </a:p>
          <a:p>
            <a:pPr lvl="1"/>
            <a:r>
              <a:t>Frame two or three target-model options for discussion, not for decision</a:t>
            </a:r>
          </a:p>
          <a:p>
            <a:pPr lvl="1"/>
            <a:r>
              <a:t>Bring the diagnostic findings to the next working session</a:t>
            </a:r>
          </a:p>
          <a:p>
            <a:pPr lvl="1"/>
            <a:r>
              <a:t>Questions to Jason Torres; data questions direct to Brenda Rodriguez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Briefing Deck: Operating Model Redesign for Hughes Group</dc:title>
  <dc:subject/>
  <dc:creator>Jason Torres</dc:creator>
  <cp:keywords/>
  <dc:description>generated using python-pptx</dc:description>
  <cp:lastModifiedBy>Jason Torres</cp:lastModifiedBy>
  <cp:revision>1</cp:revision>
  <dcterms:created xsi:type="dcterms:W3CDTF">2008-07-13T09:00:00Z</dcterms:created>
  <dcterms:modified xsi:type="dcterms:W3CDTF">2008-07-13T09:00:00Z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OrgSmithSynthetic">
    <vt:lpwstr>true</vt:lpwstr>
  </property>
</Properties>
</file>