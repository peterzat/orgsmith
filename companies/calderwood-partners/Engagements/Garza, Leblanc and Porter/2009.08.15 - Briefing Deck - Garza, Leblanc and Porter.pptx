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Pricing Strategy: Garza, Leblanc and Porter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August 15, 2009</a:t>
            </a:r>
          </a:p>
          <a:p>
            <a:pPr/>
            <a:r>
              <a:t>An interim briefing on the pricing engagement, prepared for Barbara Ward and the leadership team by the Calderwood engagement team. This is a read-out of where the work sits and what we are asking of you, not a set of conclusions; those come later, and only once the numbers behind them are settled with your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Engagement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engagement opened on June 22, 2009 and is in its early weeks.</a:t>
            </a:r>
          </a:p>
          <a:p>
            <a:pPr lvl="1"/>
            <a:r>
              <a:t>We are still gathering and reconciling the present-state picture, so nothing here is a recommendation yet.</a:t>
            </a:r>
          </a:p>
          <a:p>
            <a:pPr lvl="1"/>
            <a:r>
              <a:t>Where a figure is still moving, we have said so rather than round it off to look finished.</a:t>
            </a:r>
          </a:p>
          <a:p>
            <a:pPr lvl="1"/>
            <a:r>
              <a:t>Today's purpose is to share what the work has surfaced so far and to agree the questions worth pursuing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Engagement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Brenda Rodriguez, Senior Consultant, owns the present-state pricing and the pricing model the recommendations will rest on.</a:t>
            </a:r>
          </a:p>
          <a:p>
            <a:pPr lvl="1"/>
            <a:r>
              <a:t>Deborah Gordon, Associate, leads the market and competitor benchmark and the workbook behind it.</a:t>
            </a:r>
          </a:p>
          <a:p>
            <a:pPr lvl="1"/>
            <a:r>
              <a:t>Mary Parker, Research Associate, assembles the company and market background and keeps every source on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Work Has Shown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Prices are set consistently in the largest line, but the logic varies line to line elsewhere, which is where the early attention belongs.</a:t>
            </a:r>
          </a:p>
          <a:p>
            <a:pPr lvl="1"/>
            <a:r>
              <a:t>Because that logic varies, the same product can carry different margins depending on who quoted it.</a:t>
            </a:r>
          </a:p>
          <a:p>
            <a:pPr lvl="1"/>
            <a:r>
              <a:t>The benchmark points to room to move on a handful of mid-volume products where the firm is priced below the nearest competitors.</a:t>
            </a:r>
          </a:p>
          <a:p>
            <a:pPr lvl="1"/>
            <a:r>
              <a:t>A small number of pricing schedules are still being reconciled with your team before we treat the present-state picture as settled.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price can be held, where it can prudently be moved, and by how much the evidence will actually support.</a:t>
            </a:r>
          </a:p>
          <a:p>
            <a:pPr lvl="1"/>
            <a:r>
              <a:t>How much of the apparent room to move is durable, as against a competitor's short-term promotion we should not chase.</a:t>
            </a:r>
          </a:p>
          <a:p>
            <a:pPr lvl="1"/>
            <a:r>
              <a:t>How to put the discipline for setting price on a firmer footing than it now rests on.</a:t>
            </a:r>
          </a:p>
          <a:p>
            <a:pPr lvl="1"/>
            <a:r>
              <a:t>Which changes the organization can absorb first without unsettling what is already 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out the remaining pricing schedules with your team this week.</a:t>
            </a:r>
          </a:p>
          <a:p>
            <a:pPr lvl="1"/>
            <a:r>
              <a:t>Hold the working session to review the benchmark in full.</a:t>
            </a:r>
          </a:p>
          <a:p>
            <a:pPr lvl="1"/>
            <a:r>
              <a:t>Separate the durable price gaps from the promotion-driven ones before anything is proposed.</a:t>
            </a:r>
          </a:p>
          <a:p>
            <a:pPr lvl="1"/>
            <a:r>
              <a:t>Agree the two or three questions the strategy turns on, so the next phase begins with a clear mandate.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Pricing Strategy for Garza, Leblanc and Porter</dc:title>
  <dc:subject/>
  <dc:creator>Mary Parker</dc:creator>
  <cp:keywords/>
  <dc:description>generated using python-pptx</dc:description>
  <cp:lastModifiedBy>Mary Parker</cp:lastModifiedBy>
  <cp:revision>1</cp:revision>
  <dcterms:created xsi:type="dcterms:W3CDTF">2009-08-15T09:00:00Z</dcterms:created>
  <dcterms:modified xsi:type="dcterms:W3CDTF">2009-08-15T09:00:00Z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