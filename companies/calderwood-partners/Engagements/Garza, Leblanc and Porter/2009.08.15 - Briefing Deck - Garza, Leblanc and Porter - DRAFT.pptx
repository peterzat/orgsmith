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DRAFT -- superseded by the final version; not for distribution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Calderwood Partners LLC — August 15, 2009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Pricing Strategy: Garza, Leblanc and Porter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Client of record: Garza, Leblanc and Porter</a:t>
            </a:r>
          </a:p>
          <a:p>
            <a:pPr lvl="1"/>
            <a:r>
              <a:t>Engagement commenced June 22, 2009</a:t>
            </a:r>
          </a:p>
          <a:p>
            <a:pPr lvl="1"/>
            <a:r>
              <a:t>Prepared for Barbara Ward, Director of Operations</a:t>
            </a:r>
          </a:p>
          <a:p>
            <a:pPr lvl="1"/>
            <a:r>
              <a:t>Prepared by Mary Parker, with Deborah Gordon and Brenda Rodriguez</a:t>
            </a:r>
          </a:p>
          <a:p>
            <a:pPr lvl="1"/>
            <a:r>
              <a:t>An early-phase briefing, not a set of conclusions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The question we are here to answer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Why the prices you set on paper are not the prices you collect</a:t>
            </a:r>
          </a:p>
          <a:p>
            <a:pPr lvl="1"/>
            <a:r>
              <a:t>Where your margin is strong and where it quietly erodes</a:t>
            </a:r>
          </a:p>
          <a:p>
            <a:pPr lvl="1"/>
            <a:r>
              <a:t>How prices are set today, and who along the way may discount</a:t>
            </a:r>
          </a:p>
          <a:p>
            <a:pPr lvl="1"/>
            <a:r>
              <a:t>What a pricing approach you can actually run would look like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How we are working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From your own invoice and rebate data, not from rules of thumb</a:t>
            </a:r>
          </a:p>
          <a:p>
            <a:pPr lvl="1"/>
            <a:r>
              <a:t>Every figure traceable to a workpaper we can produce on request</a:t>
            </a:r>
          </a:p>
          <a:p>
            <a:pPr lvl="1"/>
            <a:r>
              <a:t>Findings and recommendations kept separate and clearly labeled</a:t>
            </a:r>
          </a:p>
          <a:p>
            <a:pPr lvl="1"/>
            <a:r>
              <a:t>Interim reads shared with you as they firm up, not held to the 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we can see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Two things stand out even at this early stage, and both need more work before we would put a number on either. The gap between what you list and what you actually collect is real and worth measuring precisely. And the discounting is not spread evenly: it concentrates in the largest accounts, several of which carry allowances that never reach the standard price sheets. We offer these as directions to look, not as conclusions.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we are still working through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Reconciling two years of rebates and allowances against the invoice records</a:t>
            </a:r>
          </a:p>
          <a:p>
            <a:pPr lvl="1"/>
            <a:r>
              <a:t>Interviews on who quotes and who may discount, now getting under way</a:t>
            </a:r>
          </a:p>
          <a:p>
            <a:pPr lvl="1"/>
            <a:r>
              <a:t>How the off-sheet allowances on the major accounts were first agreed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Where we go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Pricing Strategy for Garza, Leblanc and Porter (draft)</dc:title>
  <dc:subject/>
  <dc:creator>Mary Parker</dc:creator>
  <cp:keywords/>
  <dc:description>generated using python-pptx</dc:description>
  <cp:lastModifiedBy>Mary Parker</cp:lastModifiedBy>
  <cp:revision>1</cp:revision>
  <dcterms:created xsi:type="dcterms:W3CDTF">2009-08-15T09:00:00Z</dcterms:created>
  <dcterms:modified xsi:type="dcterms:W3CDTF">2009-08-15T09:00:00Z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