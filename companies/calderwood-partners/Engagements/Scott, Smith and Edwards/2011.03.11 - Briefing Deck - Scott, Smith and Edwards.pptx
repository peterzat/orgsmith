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Digital Operating Model for Scott, Smith and Edwards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March 11, 2011</a:t>
            </a:r>
          </a:p>
          <a:p>
            <a:pPr/>
            <a:r>
              <a:t>An interim briefing for the leadership team on the operating-model engagement. This is a read of where the work stands and what we are examining, not a set of conclusions; those come later, and only once the numbers behind them are settled with your people.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engagement opened on February 16, 2011 and is in its early weeks.</a:t>
            </a:r>
          </a:p>
          <a:p>
            <a:pPr lvl="1"/>
            <a:r>
              <a:t>We are building the present-state read: how the business runs today across its main lines.</a:t>
            </a:r>
          </a:p>
          <a:p>
            <a:pPr lvl="1"/>
            <a:r>
              <a:t>Nothing here is a recommendation. The design work comes after the present-state picture is settled.</a:t>
            </a:r>
          </a:p>
          <a:p>
            <a:pPr lvl="1"/>
            <a:r>
              <a:t>Today is about sharing what we are examining and agreeing the questions worth pursuing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Jason Torres, Principal, leads the engagement and is your point of contact.</a:t>
            </a:r>
          </a:p>
          <a:p>
            <a:pPr lvl="1"/>
            <a:r>
              <a:t>Deborah Allen, Consultant, carries the analysis and builds the exhibits behind it.</a:t>
            </a:r>
          </a:p>
          <a:p>
            <a:pPr lvl="1"/>
            <a:r>
              <a:t>Sponsored on your side by Melissa Johnson, General Manager, who owns the data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How We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start by listening, then set down the few judgments the operating model turns on.</a:t>
            </a:r>
          </a:p>
          <a:p>
            <a:pPr lvl="1"/>
            <a:r>
              <a:t>Every recommendation will trace back to the evidence behind it, figure by figure.</a:t>
            </a:r>
          </a:p>
          <a:p>
            <a:pPr lvl="1"/>
            <a:r>
              <a:t>Where the evidence supports only a range, we will say so instead of rounding it off to look finished.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Are Examining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operating model as it runs today: the roles, the hand-offs, and the processes between them.</a:t>
            </a:r>
          </a:p>
          <a:p>
            <a:pPr lvl="1"/>
            <a:r>
              <a:t>Where the online channels change what the work requires, and where they only add a step.</a:t>
            </a:r>
          </a:p>
          <a:p>
            <a:pPr lvl="1"/>
            <a:r>
              <a:t>The cost-to-serve for each main line, so we can see what the present model actually costs.</a:t>
            </a:r>
          </a:p>
          <a:p>
            <a:pPr lvl="1"/>
            <a:r>
              <a:t>Where the logic is consistent across lines, and where the same task is handled several 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Finish the present-state read across the remaining lines.</a:t>
            </a:r>
          </a:p>
          <a:p>
            <a:pPr lvl="1"/>
            <a:r>
              <a:t>Pull the cost-to-serve for each line and reconcile it with your figures.</a:t>
            </a:r>
          </a:p>
          <a:p>
            <a:pPr lvl="1"/>
            <a:r>
              <a:t>Keep data requests flowing through Melissa Johnson as a single consolidated list.</a:t>
            </a:r>
          </a:p>
          <a:p>
            <a:pPr lvl="1"/>
            <a:r>
              <a:t>Agree the two or three questions the design should turn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Digital Operating Model for Scott, Smith and Edwards</dc:title>
  <dc:subject/>
  <dc:creator>Deborah Allen</dc:creator>
  <cp:keywords/>
  <dc:description>generated using python-pptx</dc:description>
  <cp:lastModifiedBy>Deborah Allen</cp:lastModifiedBy>
  <cp:revision>1</cp:revision>
  <dcterms:created xsi:type="dcterms:W3CDTF">2011-03-11T09:00:00Z</dcterms:created>
  <dcterms:modified xsi:type="dcterms:W3CDTF">2011-03-11T09:00:00Z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