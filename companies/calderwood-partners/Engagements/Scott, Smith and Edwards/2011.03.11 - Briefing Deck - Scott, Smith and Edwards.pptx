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Digital Operating Model — Scott, Smith and Edwards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Calderwood Partners LLC — March 11, 2011</a:t>
            </a:r>
          </a:p>
          <a:p>
            <a:pPr lvl="1"/>
            <a:r>
              <a:t>A working briefing for Melissa Johnson, General Manager</a:t>
            </a:r>
          </a:p>
          <a:p>
            <a:pPr lvl="1"/>
            <a:r>
              <a:t>Engagement began February 16, 2011</a:t>
            </a:r>
          </a:p>
          <a:p>
            <a:pPr lvl="1"/>
            <a:r>
              <a:t>Prepared by Deborah Allen, with Jason Torres, Principal</a:t>
            </a:r>
          </a:p>
          <a:p>
            <a:pPr lvl="1"/>
            <a:r>
              <a:t>Early-phase read: how we are set up and what we see so far, not recommendations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you asked us to answer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Match the organization behind the web channel to the volume it now carries</a:t>
            </a:r>
          </a:p>
          <a:p>
            <a:pPr lvl="1"/>
            <a:r>
              <a:t>Fix who owns the online channel end to end, and who decides what along it</a:t>
            </a:r>
          </a:p>
          <a:p>
            <a:pPr lvl="1"/>
            <a:r>
              <a:t>Show what the channel costs to run today, in numbers your own finance team recognizes</a:t>
            </a:r>
          </a:p>
          <a:p>
            <a:pPr lvl="1"/>
            <a:r>
              <a:t>Lay out a practical path from where you are to where the channel needs to be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How we are working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We trace a real order from the web page to the shipping dock and mark every hand-off along the way</a:t>
            </a:r>
          </a:p>
          <a:p>
            <a:pPr lvl="1"/>
            <a:r>
              <a:t>We start from your charts, your systems, and your own figures, not from a template</a:t>
            </a:r>
          </a:p>
          <a:p>
            <a:pPr lvl="1"/>
            <a:r>
              <a:t>Deborah Allen builds the current-state map and the cost picture</a:t>
            </a:r>
          </a:p>
          <a:p>
            <a:pPr lvl="1"/>
            <a:r>
              <a:t>Jason Torres owns the design and is your day-to-day contact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we have set up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The data request is out, and the first order and cost figures are in and reconciling</a:t>
            </a:r>
          </a:p>
          <a:p>
            <a:pPr lvl="1"/>
            <a:r>
              <a:t>Interviews with the channel managers are scheduled through the coming weeks</a:t>
            </a:r>
          </a:p>
          <a:p>
            <a:pPr lvl="1"/>
            <a:r>
              <a:t>A first draft of the order path exists and is being checked against how the work is really done</a:t>
            </a:r>
          </a:p>
          <a:p>
            <a:pPr lvl="1"/>
            <a:r>
              <a:t>No target structure is on the table yet, and none should be read into this briefing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comes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Finish the interviews and close the current-state map</a:t>
            </a:r>
          </a:p>
          <a:p>
            <a:pPr lvl="1"/>
            <a:r>
              <a:t>Turn the cost picture into a view by function, so spend can be read against who owns it</a:t>
            </a:r>
          </a:p>
          <a:p>
            <a:pPr lvl="1"/>
            <a:r>
              <a:t>Bring the first findings to the next working session for discussion</a:t>
            </a:r>
          </a:p>
          <a:p>
            <a:pPr lvl="1"/>
            <a:r>
              <a:t>Questions on the design to Jason Torres; anything on the data or systems to Deborah Allen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Digital Operating Model for Scott, Smith and Edwards</dc:title>
  <dc:subject/>
  <dc:creator>Deborah Allen</dc:creator>
  <cp:keywords/>
  <dc:description>generated using python-pptx</dc:description>
  <cp:lastModifiedBy>Deborah Allen</cp:lastModifiedBy>
  <cp:revision>1</cp:revision>
  <dcterms:created xsi:type="dcterms:W3CDTF">2011-03-11T09:00:00Z</dcterms:created>
  <dcterms:modified xsi:type="dcterms:W3CDTF">2011-03-11T09:00:00Z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