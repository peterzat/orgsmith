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docProps/custom.xml" ContentType="application/vnd.openxmlformats-officedocument.custom-propertie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OrgSmith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A2E2A"/>
                </a:solidFill>
              </a:rPr>
              <a:t>Organization Design for Stark-Wilson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Calderwood Partners LLC — June 13, 2011</a:t>
            </a:r>
          </a:p>
          <a:p>
            <a:pPr/>
            <a:r>
              <a:t>An interim briefing for the leadership team. The engagement opened on May 10, 2011 and is in its early weeks. This is a read of where the work stands and what we are examining, not a set of conclusions; those come later, and only once the evidence behind them is settled with your people.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A2E2A"/>
                </a:solidFill>
              </a:rPr>
              <a:t>Where the Work Stands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The current-state read is under way: how the organization is directed today across its main functions.</a:t>
            </a:r>
          </a:p>
          <a:p>
            <a:pPr lvl="1"/>
            <a:r>
              <a:t>Nothing here is a recommendation. The design work follows once the present picture is settled.</a:t>
            </a:r>
          </a:p>
          <a:p>
            <a:pPr lvl="1"/>
            <a:r>
              <a:t>Deborah Gordon has the map drafted for the two largest functions and is closing the remainder.</a:t>
            </a:r>
          </a:p>
          <a:p>
            <a:pPr lvl="1"/>
            <a:r>
              <a:t>Today is about sharing what we are examining and agreeing the questions worth pursuing.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A2E2A"/>
                </a:solidFill>
              </a:rPr>
              <a:t>How We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We start by listening, then set down the few judgments the design turns on.</a:t>
            </a:r>
          </a:p>
          <a:p>
            <a:pPr lvl="1"/>
            <a:r>
              <a:t>Every recommendation traces back to the evidence beneath it, figure by figure.</a:t>
            </a:r>
          </a:p>
          <a:p>
            <a:pPr lvl="1"/>
            <a:r>
              <a:t>Where the evidence supports only a range, we say so rather than round it off to look finished.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A2E2A"/>
                </a:solidFill>
              </a:rPr>
              <a:t>Your 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Julie Parks, Senior Engagement Manager, runs the engagement and is your point of contact.</a:t>
            </a:r>
          </a:p>
          <a:p>
            <a:pPr lvl="1"/>
            <a:r>
              <a:t>Deborah Gordon, Associate, carries the analysis and builds the exhibits behind it.</a:t>
            </a:r>
          </a:p>
          <a:p>
            <a:pPr lvl="1"/>
            <a:r>
              <a:t>Sponsored on your side by Julie Gonzalez, Director of Operations, who owns the data requests.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A2E2A"/>
                </a:solidFill>
              </a:rPr>
              <a:t>What We Are Examining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The reporting lines, the spans of control, and the layers between the top of the house and the front line.</a:t>
            </a:r>
          </a:p>
          <a:p>
            <a:pPr lvl="1"/>
            <a:r>
              <a:t>What each manager is accountable for, and where two managers believe they own the same thing.</a:t>
            </a:r>
          </a:p>
          <a:p>
            <a:pPr lvl="1"/>
            <a:r>
              <a:t>How a handful of everyday decisions actually travel, and where authority sits away from the work.</a:t>
            </a:r>
          </a:p>
          <a:p>
            <a:pPr lvl="1"/>
            <a:r>
              <a:t>Where the structure is heavy and where it is thin, against a sensible benchmark.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A2E2A"/>
                </a:solidFill>
              </a:rP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Close the current-state read across the remaining functions.</a:t>
            </a:r>
          </a:p>
          <a:p>
            <a:pPr lvl="1"/>
            <a:r>
              <a:t>Confirm the roles that appear under two managers at once.</a:t>
            </a:r>
          </a:p>
          <a:p>
            <a:pPr lvl="1"/>
            <a:r>
              <a:t>Keep data requests flowing through Julie Gonzalez as a single consolidated list.</a:t>
            </a:r>
          </a:p>
          <a:p>
            <a:pPr lvl="1"/>
            <a:r>
              <a:t>Agree the two or three questions the design should turn 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Briefing Deck: Organization Design for Stark-Wilson</dc:title>
  <dc:subject/>
  <dc:creator>Julie Parks</dc:creator>
  <cp:keywords/>
  <dc:description>generated using python-pptx</dc:description>
  <cp:lastModifiedBy>Julie Parks</cp:lastModifiedBy>
  <cp:revision>1</cp:revision>
  <dcterms:created xsi:type="dcterms:W3CDTF">2011-06-13T09:00:00Z</dcterms:created>
  <dcterms:modified xsi:type="dcterms:W3CDTF">2011-06-13T09:00:00Z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rgSmithSynthetic">
    <vt:lpwstr>true</vt:lpwstr>
  </property>
</Properties>
</file>