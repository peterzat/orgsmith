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Organization Design for Stark-Wilson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Calderwood Partners LLC — June 13, 2011</a:t>
            </a:r>
          </a:p>
          <a:p>
            <a:pPr lvl="1"/>
            <a:r>
              <a:t>Client sponsor: Julie Gonzalez, Director of Operations, Stark-Wilson</a:t>
            </a:r>
          </a:p>
          <a:p>
            <a:pPr lvl="1"/>
            <a:r>
              <a:t>Calderwood engagement team: Julie Parks and Deborah Gordon</a:t>
            </a:r>
          </a:p>
          <a:p>
            <a:pPr lvl="1"/>
            <a:r>
              <a:t>Start of work: May 10, 2011</a:t>
            </a:r>
          </a:p>
          <a:p>
            <a:pPr lvl="1"/>
            <a:r>
              <a:t>Progress briefing for the client, early in the engagement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The Mandate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Diagnose how the company is organized to run today, layer by layer and decision by decision</a:t>
            </a:r>
          </a:p>
          <a:p>
            <a:pPr lvl="1"/>
            <a:r>
              <a:t>Design a target structure with clear decision rights and the governance to hold them</a:t>
            </a:r>
          </a:p>
          <a:p>
            <a:pPr lvl="1"/>
            <a:r>
              <a:t>Sequence the change into a plan the business can act on without stalling the operation</a:t>
            </a:r>
          </a:p>
          <a:p>
            <a:pPr lvl="1"/>
            <a:r>
              <a:t>Work from the company's own charts and reporting, not a template carried in from another client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How We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Build the baseline from your own charts and reporting, so every figure traces to a source you already keep</a:t>
            </a:r>
          </a:p>
          <a:p>
            <a:pPr lvl="1"/>
            <a:r>
              <a:t>Interview the leadership on how decisions are actually made, not only how the chart says they should be</a:t>
            </a:r>
          </a:p>
          <a:p>
            <a:pPr lvl="1"/>
            <a:r>
              <a:t>Route data and access through a single sponsor, Julie Gonzalez, to keep the requests coordinated</a:t>
            </a:r>
          </a:p>
          <a:p>
            <a:pPr lvl="1"/>
            <a:r>
              <a:t>Check in with your office each week, so nothing waits for the next formal milestone to surface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Where the Work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Organization charts and two years of management reporting received and logged</a:t>
            </a:r>
          </a:p>
          <a:p>
            <a:pPr lvl="1"/>
            <a:r>
              <a:t>Cost and headcount baseline under construction, tied line by line to the company's own accounts</a:t>
            </a:r>
          </a:p>
          <a:p>
            <a:pPr lvl="1"/>
            <a:r>
              <a:t>Cost-center reporting now in hand, so spend can be tied to the structure rather than the balance sheet</a:t>
            </a:r>
          </a:p>
          <a:p>
            <a:pPr lvl="1"/>
            <a:r>
              <a:t>Interview schedule set with the leadership team; first sessions beginning this month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the Diagnostic Will Settle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Whether the reporting layers match the work the headcount actually carries</a:t>
            </a:r>
          </a:p>
          <a:p>
            <a:pPr lvl="1"/>
            <a:r>
              <a:t>Where decision rights on the chart differ from how decisions are made in practice</a:t>
            </a:r>
          </a:p>
          <a:p>
            <a:pPr lvl="1"/>
            <a:r>
              <a:t>Which parts of the current structure fit where the business is going, and which are holding it back</a:t>
            </a:r>
          </a:p>
          <a:p>
            <a:pPr lvl="1"/>
            <a:r>
              <a:t>What the current design costs, once the soft internal allocations are cleaned 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Complete the leadership interviews over the next two weeks</a:t>
            </a:r>
          </a:p>
          <a:p>
            <a:pPr lvl="1"/>
            <a:r>
              <a:t>Finish the cost baseline and reconcile it fully to the management accounts</a:t>
            </a:r>
          </a:p>
          <a:p>
            <a:pPr lvl="1"/>
            <a:r>
              <a:t>Bring the first current-state findings back for review before the diagnostic is drafted</a:t>
            </a:r>
          </a:p>
          <a:p>
            <a:pPr lvl="1"/>
            <a:r>
              <a:t>Deborah Gordon coordinates the scheduling; Julie Parks is the point of contact for anything on the engagement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Organization Design for Stark-Wilson</dc:title>
  <dc:subject/>
  <dc:creator>Julie Parks</dc:creator>
  <cp:keywords/>
  <dc:description>generated using python-pptx</dc:description>
  <cp:lastModifiedBy>Julie Parks</cp:lastModifiedBy>
  <cp:revision>1</cp:revision>
  <dcterms:created xsi:type="dcterms:W3CDTF">2011-06-13T09:00:00Z</dcterms:created>
  <dcterms:modified xsi:type="dcterms:W3CDTF">2011-06-13T09:00:00Z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