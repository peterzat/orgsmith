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OrgSmith"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a:solidFill>
                  <a:srgbClr val="4A2E2A"/>
                </a:solidFill>
              </a:rPr>
              <a:t>Reserve Adequacy Review for Miller, Cook and Snyder</a:t>
            </a:r>
          </a:p>
        </p:txBody>
      </p:sp>
      <p:sp>
        <p:nvSpPr>
          <p:cNvPr id="3" name="Subtitle 2"/>
          <p:cNvSpPr>
            <a:spLocks noGrp="1"/>
          </p:cNvSpPr>
          <p:nvPr>
            <p:ph type="subTitle" idx="1"/>
          </p:nvPr>
        </p:nvSpPr>
        <p:spPr/>
        <p:txBody>
          <a:bodyPr/>
          <a:lstStyle/>
          <a:p>
            <a:r>
              <a:t>Meridian Actuarial Advisors LLC — October 16, 2017</a:t>
            </a:r>
          </a:p>
          <a:p>
            <a:pPr/>
            <a:r>
              <a:t>A briefing for Michelle Hudson, Director of Operations, prepared by Megan Dudley with Jennifer Vasquez and David Sherman. It covers where the work stands, what the data have shown us so far, and what we will be asking of your team over the coming weeks.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4A2E2A"/>
                </a:solidFill>
              </a:rPr>
              <a:t>Where the work stands</a:t>
            </a:r>
          </a:p>
        </p:txBody>
      </p:sp>
      <p:sp>
        <p:nvSpPr>
          <p:cNvPr id="3" name="Content Placeholder 2"/>
          <p:cNvSpPr>
            <a:spLocks noGrp="1"/>
          </p:cNvSpPr>
          <p:nvPr>
            <p:ph idx="1"/>
          </p:nvPr>
        </p:nvSpPr>
        <p:spPr/>
        <p:txBody>
          <a:bodyPr/>
          <a:lstStyle/>
          <a:p>
            <a:pPr/>
            <a:r>
              <a:t>We have been at work since August 28, 2017, and nearly all of that time has gone into the data, as the engagement letter said it would. Using the replacement extract your team ran for us, the reserve detail now agrees with your year-end figures within rounding, and our data log records why the first file was set aside.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4A2E2A"/>
                </a:solidFill>
              </a:rPr>
              <a:t>What the records are telling us</a:t>
            </a:r>
          </a:p>
        </p:txBody>
      </p:sp>
      <p:sp>
        <p:nvSpPr>
          <p:cNvPr id="3" name="Content Placeholder 2"/>
          <p:cNvSpPr>
            <a:spLocks noGrp="1"/>
          </p:cNvSpPr>
          <p:nvPr>
            <p:ph idx="1"/>
          </p:nvPr>
        </p:nvSpPr>
        <p:spPr/>
        <p:txBody>
          <a:bodyPr/>
          <a:lstStyle/>
          <a:p>
            <a:pPr/>
            <a:r>
              <a:t>David Sherman has moved on from totals to the individual fields the model draws on, and most records are clean. A small group carries an incurred date later than the valuation date, which cannot be right for a reserve held at that date. Until we hear otherwise we are using each claim's reported date in its place, and we have written that down as our assumption, not as something the file told 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4A2E2A"/>
                </a:solidFill>
              </a:rPr>
              <a:t>Your methods and assumptions</a:t>
            </a:r>
          </a:p>
        </p:txBody>
      </p:sp>
      <p:sp>
        <p:nvSpPr>
          <p:cNvPr id="3" name="Content Placeholder 2"/>
          <p:cNvSpPr>
            <a:spLocks noGrp="1"/>
          </p:cNvSpPr>
          <p:nvPr>
            <p:ph idx="1"/>
          </p:nvPr>
        </p:nvSpPr>
        <p:spPr/>
        <p:txBody>
          <a:bodyPr/>
          <a:lstStyle/>
          <a:p>
            <a:pPr/>
            <a:r>
              <a:t>The documentation of the methods and assumptions behind the current reserves has arrived, and Jennifer Vasquez is working through it. She is sorting the assumptions into those that are prescribed and those that rest on judgment, and looking closely at the one change it records during the year. We have formed no view on any of them yet, and nothing in this briefing should be read as a finding.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4A2E2A"/>
                </a:solidFill>
              </a:rPr>
              <a:t>Who is doing what</a:t>
            </a:r>
          </a:p>
        </p:txBody>
      </p:sp>
      <p:sp>
        <p:nvSpPr>
          <p:cNvPr id="3" name="Content Placeholder 2"/>
          <p:cNvSpPr>
            <a:spLocks noGrp="1"/>
          </p:cNvSpPr>
          <p:nvPr>
            <p:ph idx="1"/>
          </p:nvPr>
        </p:nvSpPr>
        <p:spPr/>
        <p:txBody>
          <a:bodyPr/>
          <a:lstStyle/>
          <a:p>
            <a:pPr/>
            <a:r>
              <a:t>Jennifer Vasquez leads the review and remains your first call on scope, schedule, and questions of judgment. David Sherman builds the reserve model and carries the reconciliation. Megan Dudley keeps the request log and stays your contact for anything to do with files, so that your staff hear about data from one person on our side.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4A2E2A"/>
                </a:solidFill>
              </a:rPr>
              <a:t>From here</a:t>
            </a:r>
          </a:p>
        </p:txBody>
      </p:sp>
      <p:sp>
        <p:nvSpPr>
          <p:cNvPr id="3" name="Content Placeholder 2"/>
          <p:cNvSpPr>
            <a:spLocks noGrp="1"/>
          </p:cNvSpPr>
          <p:nvPr>
            <p:ph idx="1"/>
          </p:nvPr>
        </p:nvSpPr>
        <p:spPr/>
        <p:txBody>
          <a:bodyPr/>
          <a:lstStyle/>
          <a:p>
            <a:pPr/>
            <a:r>
              <a:t>Once the incurred dates are settled, David Sherman will reproduce your carried reserves with your own methods, which is the step before we build an estimate of our own. We would like to hold a working session with you in November to go through the data position and the assumption questions together. The one thing we need before then is a word from your team on how those incurred dates came to be entered.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Briefing Deck: Reserve Adequacy Review for Miller, Cook and Snyder</dc:title>
  <dc:subject/>
  <dc:creator>Megan Dudley</dc:creator>
  <cp:keywords/>
  <dc:description>generated using python-pptx</dc:description>
  <cp:lastModifiedBy>Megan Dudley</cp:lastModifiedBy>
  <cp:revision>1</cp:revision>
  <dcterms:created xsi:type="dcterms:W3CDTF">2017-10-16T09:00:00Z</dcterms:created>
  <dcterms:modified xsi:type="dcterms:W3CDTF">2017-10-16T09:00:00Z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gSmithSynthetic">
    <vt:lpwstr>true</vt:lpwstr>
  </property>
</Properties>
</file>