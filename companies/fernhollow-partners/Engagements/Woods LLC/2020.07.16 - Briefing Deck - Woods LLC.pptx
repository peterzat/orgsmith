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Valuation Analysis for Woods LLC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Fernhollow Partners LLC — July 16, 2020</a:t>
            </a:r>
          </a:p>
          <a:p>
            <a:pPr/>
            <a:r>
              <a:t>Client briefing prepared for Woods LLC by Fernhollow Partners LLC.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Engagement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Engaged effective June 10, 2020</a:t>
            </a:r>
          </a:p>
          <a:p>
            <a:pPr lvl="1"/>
            <a:r>
              <a:t>Scope: valuation analysis of Woods LLC for board use</a:t>
            </a:r>
          </a:p>
          <a:p>
            <a:pPr lvl="1"/>
            <a:r>
              <a:t>Client contact: Amanda Golden, VP Finance</a:t>
            </a:r>
          </a:p>
          <a:p>
            <a:pPr lvl="1"/>
            <a:r>
              <a:t>Deliverables: valuation report, board readout, periodic status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Progress to 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Income approach model drafted and in first review</a:t>
            </a:r>
          </a:p>
          <a:p>
            <a:pPr lvl="1"/>
            <a:r>
              <a:t>Comparable-company set complete; tie-out under way</a:t>
            </a:r>
          </a:p>
          <a:p>
            <a:pPr lvl="1"/>
            <a:r>
              <a:t>Management interviews finished and notes circulated</a:t>
            </a:r>
          </a:p>
          <a:p>
            <a:pPr lvl="1"/>
            <a:r>
              <a:t>Client document requests substantially fulfilled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Sandra Perez, Director (engagement lead and day-to-day contact)</a:t>
            </a:r>
          </a:p>
          <a:p>
            <a:pPr lvl="1"/>
            <a:r>
              <a:t>Briana Dennis, Senior Associate (model and report drafting)</a:t>
            </a:r>
          </a:p>
          <a:p>
            <a:pPr lvl="1"/>
            <a:r>
              <a:t>Ryan Strong, Analyst (comparables, schedules, tie-out)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A2E2A"/>
                </a:solidFill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Complete tie-out and close remaining data items</a:t>
            </a:r>
          </a:p>
          <a:p>
            <a:pPr lvl="1"/>
            <a:r>
              <a:t>Second internal review of the draft model</a:t>
            </a:r>
          </a:p>
          <a:p>
            <a:pPr lvl="1"/>
            <a:r>
              <a:t>Circulate draft findings to management for factual review</a:t>
            </a:r>
          </a:p>
          <a:p>
            <a:pPr lvl="1"/>
            <a:r>
              <a:t>Confirm the board readout window with Amanda Golden's office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Valuation Analysis for Woods LLC</dc:title>
  <dc:subject/>
  <dc:creator>Sandra Perez</dc:creator>
  <cp:keywords/>
  <dc:description>generated using python-pptx</dc:description>
  <cp:lastModifiedBy>Sandra Perez</cp:lastModifiedBy>
  <cp:revision>1</cp:revision>
  <dcterms:created xsi:type="dcterms:W3CDTF">2020-07-16T09:00:00Z</dcterms:created>
  <dcterms:modified xsi:type="dcterms:W3CDTF">2020-07-16T09:00:00Z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