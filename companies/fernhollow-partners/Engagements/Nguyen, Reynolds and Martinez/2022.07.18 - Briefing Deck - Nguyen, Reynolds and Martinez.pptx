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Transaction Readiness Review: Nguyen, Reynolds and Martinez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Fernhollow Partners LLC — July 18, 2022</a:t>
            </a:r>
          </a:p>
          <a:p>
            <a:pPr/>
            <a:r>
              <a:t>Midpoint client briefing prepared for Nguyen, Reynolds and Martinez by Fernhollow Partners LLC. Presented by Sandra Perez, Director.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Engagement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Readiness review under way since May 28, 2022</a:t>
            </a:r>
          </a:p>
          <a:p>
            <a:pPr lvl="1"/>
            <a:r>
              <a:t>Scope: data room build, quality of numbers, diligence preparation</a:t>
            </a:r>
          </a:p>
          <a:p>
            <a:pPr lvl="1"/>
            <a:r>
              <a:t>Client lead: Amanda Golden, VP Finance</a:t>
            </a:r>
          </a:p>
          <a:p>
            <a:pPr lvl="1"/>
            <a:r>
              <a:t>Seven-month program, now past its midpoint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Progress Since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Data room index complete; core document batches loaded (Ryan Strong)</a:t>
            </a:r>
          </a:p>
          <a:p>
            <a:pPr lvl="1"/>
            <a:r>
              <a:t>Quality-of-numbers review through the annual statements (Briana Dennis)</a:t>
            </a:r>
          </a:p>
          <a:p>
            <a:pPr lvl="1"/>
            <a:r>
              <a:t>Remediation log established, ranked by importance, and shrinking</a:t>
            </a:r>
          </a:p>
          <a:p>
            <a:pPr lvl="1"/>
            <a:r>
              <a:t>No finding to date that would move a buyer's view of the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Remaining lease and contract schedules from the finance team</a:t>
            </a:r>
          </a:p>
          <a:p>
            <a:pPr lvl="1"/>
            <a:r>
              <a:t>Management diligence-question sessions to be scheduled</a:t>
            </a:r>
          </a:p>
          <a:p>
            <a:pPr lvl="1"/>
            <a:r>
              <a:t>Final pass on customer and supplier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remaining remediation items with Amanda Golden's team</a:t>
            </a:r>
          </a:p>
          <a:p>
            <a:pPr lvl="1"/>
            <a:r>
              <a:t>Run the management preparation sessions</a:t>
            </a:r>
          </a:p>
          <a:p>
            <a:pPr lvl="1"/>
            <a:r>
              <a:t>Deliver the written readiness assessment</a:t>
            </a:r>
          </a:p>
          <a:p>
            <a:pPr lvl="1"/>
            <a:r>
              <a:t>Confirm timing for the closing board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Transaction Readiness Review for Nguyen, Reynolds and Martinez</dc:title>
  <dc:subject/>
  <dc:creator>Sandra Perez</dc:creator>
  <cp:keywords/>
  <dc:description>generated using python-pptx</dc:description>
  <cp:lastModifiedBy>Sandra Perez</cp:lastModifiedBy>
  <cp:revision>1</cp:revision>
  <dcterms:created xsi:type="dcterms:W3CDTF">2022-07-18T09:00:00Z</dcterms:created>
  <dcterms:modified xsi:type="dcterms:W3CDTF">2022-07-18T09:00:00Z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