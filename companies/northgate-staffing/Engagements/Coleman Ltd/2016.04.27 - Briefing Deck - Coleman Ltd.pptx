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Vice President of Engineering — Retained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Northgate Talent Partners LLC — April 27, 2016</a:t>
            </a:r>
          </a:p>
          <a:p>
            <a:pPr lvl="1"/>
            <a:r>
              <a:t>Client: Coleman Ltd</a:t>
            </a:r>
          </a:p>
          <a:p>
            <a:pPr lvl="1"/>
            <a:r>
              <a:t>Sponsor: Michael Martin, Chief Operating Officer</a:t>
            </a:r>
          </a:p>
          <a:p>
            <a:pPr lvl="1"/>
            <a:r>
              <a:t>Engagement opened March 6, 2016</a:t>
            </a:r>
          </a:p>
          <a:p>
            <a:pPr lvl="1"/>
            <a:r>
              <a:t>A retained assignment, run to a written specification rather than a contingency scramble</a:t>
            </a:r>
          </a:p>
          <a:p>
            <a:pPr lvl="1"/>
            <a:r>
              <a:t>Prepared by your Northgate search team for this progress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The mandate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 Vice President of Engineering to lead the engineering function at Coleman Ltd.</a:t>
            </a:r>
          </a:p>
          <a:p>
            <a:pPr lvl="1"/>
            <a:r>
              <a:t>A senior operating role, reporting into the leadership team and owning the people in it.</a:t>
            </a:r>
          </a:p>
          <a:p>
            <a:pPr lvl="1"/>
            <a:r>
              <a:t>We are looking for an operator who has scaled a function, not a first-time leader.</a:t>
            </a:r>
          </a:p>
          <a:p>
            <a:pPr lvl="1"/>
            <a:r>
              <a:t>Someone the current team will follow, not only someone the board will approve.</a:t>
            </a:r>
          </a:p>
          <a:p>
            <a:pPr lvl="1"/>
            <a:r>
              <a:t>The written specification agreed at kickoff governs the search from here, and we hold ourselves 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How we are running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John Chang is mapping the engineering-leadership market and building the long list we work from.</a:t>
            </a:r>
          </a:p>
          <a:p>
            <a:pPr lvl="1"/>
            <a:r>
              <a:t>James Grant is assessing the strongest sitting leaders against the brief and shaping the shortlist.</a:t>
            </a:r>
          </a:p>
          <a:p>
            <a:pPr lvl="1"/>
            <a:r>
              <a:t>Approaches are discreet; we describe candidates by their current seat, never by name, in anything that circulates.</a:t>
            </a:r>
          </a:p>
          <a:p>
            <a:pPr lvl="1"/>
            <a:r>
              <a:t>We ask the same discretion of you, since most of the people we approach have not spoken to their employers.</a:t>
            </a:r>
          </a:p>
          <a:p>
            <a:pPr lvl="1"/>
            <a:r>
              <a:t>Jeffrey Patterson keeps the search moving day to day and is your single point of contact.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Where we 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market map is well advanced and reaching into two adjacent sectors where the experience also sits.</a:t>
            </a:r>
          </a:p>
          <a:p>
            <a:pPr lvl="1"/>
            <a:r>
              <a:t>The specification is agreed and already in use to calibrate every name.</a:t>
            </a:r>
          </a:p>
          <a:p>
            <a:pPr lvl="1"/>
            <a:r>
              <a:t>The first discreet approaches are underway, and early conversations are encouraging.</a:t>
            </a:r>
          </a:p>
          <a:p>
            <a:pPr lvl="1"/>
            <a:r>
              <a:t>Two names stand out so far, both described here by their current seat rather than by name.</a:t>
            </a:r>
          </a:p>
          <a:p>
            <a:pPr lvl="1"/>
            <a:r>
              <a:t>No slate yet: we are still widening the field, not narrowing it, which is right for this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4D2B"/>
                </a:solidFill>
              </a:rPr>
              <a:t>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Complete the market approaches over the coming weeks and let the field settle.</a:t>
            </a:r>
          </a:p>
          <a:p>
            <a:pPr lvl="1"/>
            <a:r>
              <a:t>Work the long list down into a shortlist we will stand behind.</a:t>
            </a:r>
          </a:p>
          <a:p>
            <a:pPr lvl="1"/>
            <a:r>
              <a:t>Complete first references before anyone reaches your interview room.</a:t>
            </a:r>
          </a:p>
          <a:p>
            <a:pPr lvl="1"/>
            <a:r>
              <a:t>Bring a first slate to Michael Martin for discussion, with candidates ready to meet you.</a:t>
            </a:r>
          </a:p>
          <a:p>
            <a:pPr lvl="1"/>
            <a:r>
              <a:t>Hold the weekly rhythm of updates between now and then, so no one has to 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VP Engineering Search for Coleman Ltd</dc:title>
  <dc:subject/>
  <dc:creator>Jeffrey Patterson</dc:creator>
  <cp:keywords/>
  <dc:description>generated using python-pptx</dc:description>
  <cp:lastModifiedBy>Jeffrey Patterson</cp:lastModifiedBy>
  <cp:revision>1</cp:revision>
  <dcterms:created xsi:type="dcterms:W3CDTF">2016-04-27T09:00:00Z</dcterms:created>
  <dcterms:modified xsi:type="dcterms:W3CDTF">2016-04-27T09:00:00Z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