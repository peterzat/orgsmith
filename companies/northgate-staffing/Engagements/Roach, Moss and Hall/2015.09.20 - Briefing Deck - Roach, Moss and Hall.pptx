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Chief Financial Officer Search: Roach, Moss and Hall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Northgate Talent Partners LLC — September 20, 2015</a:t>
            </a:r>
          </a:p>
          <a:p>
            <a:pPr lvl="1"/>
            <a:r>
              <a:t>Client briefing prepared for Jason Myers, Chief Operating Officer</a:t>
            </a:r>
          </a:p>
          <a:p>
            <a:pPr lvl="1"/>
            <a:r>
              <a:t>Search team: Sandra Fuentes, Principal; Jeffrey Patterson, Research Consultant; James Grant, Senior Consultant</a:t>
            </a:r>
          </a:p>
          <a:p>
            <a:pPr lvl="1"/>
            <a:r>
              <a:t>Retained assignment, commenced August 27, 2015</a:t>
            </a:r>
          </a:p>
          <a:p>
            <a:pPr lvl="1"/>
            <a:r>
              <a:t>Confidential to Roach, Moss and Hall. Not for distribution beyond the interview panel.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Where the Search Stands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Position specification agreed and signed. It has not moved since sign-off and will not without your written agreement.</a:t>
            </a:r>
          </a:p>
          <a:p>
            <a:pPr lvl="1"/>
            <a:r>
              <a:t>Market map complete in first pass: the identifiable universe in your sectors and geography, sized and segmented.</a:t>
            </a:r>
          </a:p>
          <a:p>
            <a:pPr lvl="1"/>
            <a:r>
              <a:t>Approach calls under way against the signed specification.</a:t>
            </a:r>
          </a:p>
          <a:p>
            <a:pPr lvl="1"/>
            <a:r>
              <a:t>It is too early to characterize a slate, and we will not characterize one before we can defend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The Market As We Find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The universe that survives the specification is smaller than sector headcount suggests. This is a market of dozens, not hundreds.</a:t>
            </a:r>
          </a:p>
          <a:p>
            <a:pPr lvl="1"/>
            <a:r>
              <a:t>Roughly half sit inside firms of your scale or one tier larger. The rest are divisional finance leaders who would be taking a first full officer's seat.</a:t>
            </a:r>
          </a:p>
          <a:p>
            <a:pPr lvl="1"/>
            <a:r>
              <a:t>Compensation has moved since the role was last filled. We will bring you evidence rather than impressions.</a:t>
            </a:r>
          </a:p>
          <a:p>
            <a:pPr lvl="1"/>
            <a:r>
              <a:t>The scarce trait is not technical accounting. It is the operator who closes fast and can then say what the close means.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How Candidates Are Approached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Every approach is direct and in confidence, made by James Grant or by Jeffrey Patterson. No advertisement, no posting, no third party.</a:t>
            </a:r>
          </a:p>
          <a:p>
            <a:pPr lvl="1"/>
            <a:r>
              <a:t>Candidates hear the sector, the scale, and the shape of the role before they hear the name of the company.</a:t>
            </a:r>
          </a:p>
          <a:p>
            <a:pPr lvl="1"/>
            <a:r>
              <a:t>In everything that circulates, including this document, candidates are their current seat and market rather than their name.</a:t>
            </a:r>
          </a:p>
          <a:p>
            <a:pPr lvl="1"/>
            <a:r>
              <a:t>Discretion runs both ways: your search is not discussed with a candidate's colleagues, and a candidate's interest never reaches their employer.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What We Need From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Confirm the interview panel and hold provisional dates now. Calendars, not candidates, are what usually costs a search its best person.</a:t>
            </a:r>
          </a:p>
          <a:p>
            <a:pPr lvl="1"/>
            <a:r>
              <a:t>A decision in principle on relocation support, ahead of the slate. Two of the strongest segments of this market sit outside your metropolitan area.</a:t>
            </a:r>
          </a:p>
          <a:p>
            <a:pPr lvl="1"/>
            <a:r>
              <a:t>Jason Myers to remain the single decision voice to us. Where the panel disagrees, we would rather hear it resolved than averaged.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Approach calls continue against the agreed specification through the coming weeks.</a:t>
            </a:r>
          </a:p>
          <a:p>
            <a:pPr lvl="1"/>
            <a:r>
              <a:t>Longlist review, by seat and market, before any candidate is presented to you.</a:t>
            </a:r>
          </a:p>
          <a:p>
            <a:pPr lvl="1"/>
            <a:r>
              <a:t>Slate presentation to follow the longlist review, on a date set with your office.</a:t>
            </a:r>
          </a:p>
          <a:p>
            <a:pPr lvl="1"/>
            <a:r>
              <a:t>Sandra Fuentes remains your point of contact for anything of substance in the interim.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CFO Search for Roach, Moss and Hall</dc:title>
  <dc:subject/>
  <dc:creator>Sandra Fuentes</dc:creator>
  <cp:keywords/>
  <dc:description>generated using python-pptx</dc:description>
  <cp:lastModifiedBy>Sandra Fuentes</cp:lastModifiedBy>
  <cp:revision>1</cp:revision>
  <dcterms:created xsi:type="dcterms:W3CDTF">2015-09-20T09:00:00Z</dcterms:created>
  <dcterms:modified xsi:type="dcterms:W3CDTF">2015-09-20T09:00:00Z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