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Corporate Positioning for Barrera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Ashcombe Advisory Partners LLC — March 23, 2017</a:t>
            </a:r>
          </a:p>
          <a:p>
            <a:pPr lvl="1"/>
            <a:r>
              <a:t>Briefing for Mary Frank, Director of Operations</a:t>
            </a:r>
          </a:p>
          <a:p>
            <a:pPr lvl="1"/>
            <a:r>
              <a:t>Prepared by Daniel Valenzuela, Ashcombe Advisory Partners</a:t>
            </a:r>
          </a:p>
          <a:p>
            <a:pPr lvl="1"/>
            <a:r>
              <a:t>Engagement under way since February 15, 2017</a:t>
            </a:r>
          </a:p>
          <a:p>
            <a:pPr lvl="1"/>
            <a:r>
              <a:t>Working draft for discussion; not for wider circulation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Material reviewed to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How the company describes itself now: website, investor materials, and press releases from the past year</a:t>
            </a:r>
          </a:p>
          <a:p>
            <a:pPr lvl="1"/>
            <a:r>
              <a:t>Press coverage over the same period, sorted by outlet and by how each story described the business</a:t>
            </a:r>
          </a:p>
          <a:p>
            <a:pPr lvl="1"/>
            <a:r>
              <a:t>Notes from the first round of leadership interviews</a:t>
            </a:r>
          </a:p>
          <a:p>
            <a:pPr lvl="1"/>
            <a:r>
              <a:t>Sector media list and reporter notes, maintained by Michelle Rose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the review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business is described in several different ways, depending on who is speaking and to whom</a:t>
            </a:r>
          </a:p>
          <a:p>
            <a:pPr lvl="1"/>
            <a:r>
              <a:t>Reporters still repeat the description used in older press releases</a:t>
            </a:r>
          </a:p>
          <a:p>
            <a:pPr lvl="1"/>
            <a:r>
              <a:t>The operating record is the strongest proof point and the one mentioned least often</a:t>
            </a:r>
          </a:p>
          <a:p>
            <a:pPr lvl="1"/>
            <a:r>
              <a:t>Leadership is consistent on what the business does; the order of the message varies from person to person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Directions for the positioning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A. Lead with the operating record, then say where the company is headed</a:t>
            </a:r>
          </a:p>
          <a:p>
            <a:pPr lvl="1"/>
            <a:r>
              <a:t>B. Lead with where the company is headed, supported by the record so far</a:t>
            </a:r>
          </a:p>
          <a:p>
            <a:pPr lvl="1"/>
            <a:r>
              <a:t>C. One core statement, with separate wording for investors and for the press</a:t>
            </a:r>
          </a:p>
          <a:p>
            <a:pPr lvl="1"/>
            <a:r>
              <a:t>Working recommendation: A, pending comments from the leadership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Who is working on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Daniel Valenzuela, Advisor: day-to-day lead and drafting</a:t>
            </a:r>
          </a:p>
          <a:p>
            <a:pPr lvl="1"/>
            <a:r>
              <a:t>Julie Hill, Managing Partner: reviews all language before it leaves the working group</a:t>
            </a:r>
          </a:p>
          <a:p>
            <a:pPr lvl="1"/>
            <a:r>
              <a:t>Michelle Rose, Communications Associate: media list and reporter background</a:t>
            </a:r>
          </a:p>
          <a:p>
            <a:pPr lvl="1"/>
            <a:r>
              <a:t>Mary Frank, Director of Operations: lead contact at Barrera Group; gathers leadership comments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happens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Review call to walk through the three directions and choose one</a:t>
            </a:r>
          </a:p>
          <a:p>
            <a:pPr lvl="1"/>
            <a:r>
              <a:t>Leadership comments on this deck, gathered by Mary Frank and returned as one set</a:t>
            </a:r>
          </a:p>
          <a:p>
            <a:pPr lvl="1"/>
            <a:r>
              <a:t>Drafting of the statement and supporting points on the chosen direction</a:t>
            </a:r>
          </a:p>
          <a:p>
            <a:pPr lvl="1"/>
            <a:r>
              <a:t>First step: set a time for the review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Corporate Positioning for Barrera Group</dc:title>
  <dc:subject/>
  <dc:creator>Daniel Valenzuela</dc:creator>
  <cp:keywords/>
  <dc:description>generated using python-pptx</dc:description>
  <cp:lastModifiedBy>Daniel Valenzuela</cp:lastModifiedBy>
  <cp:revision>1</cp:revision>
  <dcterms:created xsi:type="dcterms:W3CDTF">2017-03-23T09:00:00Z</dcterms:created>
  <dcterms:modified xsi:type="dcterms:W3CDTF">2017-03-23T09:00:00Z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