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Corporate Positioning for Barrera Group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Ashcombe Advisory Partners LLC — March 23, 2017</a:t>
            </a:r>
          </a:p>
          <a:p>
            <a:pPr lvl="1"/>
            <a:r>
              <a:t>Client: Barrera Group</a:t>
            </a:r>
          </a:p>
          <a:p>
            <a:pPr lvl="1"/>
            <a:r>
              <a:t>Engagement kickoff: February 15, 2017</a:t>
            </a:r>
          </a:p>
          <a:p>
            <a:pPr lvl="1"/>
            <a:r>
              <a:t>Prepared by Daniel Valenzuela, Advisor</a:t>
            </a:r>
          </a:p>
          <a:p>
            <a:pPr lvl="1"/>
            <a:r>
              <a:t>With Michelle Rose, Communications Associate</a:t>
            </a:r>
          </a:p>
          <a:p>
            <a:pPr lvl="1"/>
            <a:r>
              <a:t>Client sponsor: Mary Frank, Director of Operations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Barrera Group Stands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 strong operating story that is under-told outside the current investor base.</a:t>
            </a:r>
          </a:p>
          <a:p>
            <a:pPr lvl="1"/>
            <a:r>
              <a:t>Messaging drifts across the website, recent releases, and leadership remarks.</a:t>
            </a:r>
          </a:p>
          <a:p>
            <a:pPr lvl="1"/>
            <a:r>
              <a:t>No single sentence a reporter or analyst would reach for to describe the company.</a:t>
            </a:r>
          </a:p>
          <a:p>
            <a:pPr lvl="1"/>
            <a:r>
              <a:t>Peers have moved faster to claim the category language the company should own.</a:t>
            </a:r>
          </a:p>
          <a:p>
            <a:pPr lvl="1"/>
            <a:r>
              <a:t>The upside is real: the fundamentals support a sharper, more confident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Heard at Kickoff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Leadership wants growth framed around discipline, not scale for its own sake.</a:t>
            </a:r>
          </a:p>
          <a:p>
            <a:pPr lvl="1"/>
            <a:r>
              <a:t>The board is wary of anything that reads as pre-IPO hype.</a:t>
            </a:r>
          </a:p>
          <a:p>
            <a:pPr lvl="1"/>
            <a:r>
              <a:t>Operations sees a gap between how the company runs and how it sounds.</a:t>
            </a:r>
          </a:p>
          <a:p>
            <a:pPr lvl="1"/>
            <a:r>
              <a:t>Investors respond to proof, so every claim needs a fact standing behind it.</a:t>
            </a:r>
          </a:p>
          <a:p>
            <a:pPr lvl="1"/>
            <a:r>
              <a:t>Broad agreement that the current boilerplate has aged 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Positioning Priorities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Settle a single core positioning statement before anything else moves.</a:t>
            </a:r>
          </a:p>
          <a:p>
            <a:pPr lvl="1"/>
            <a:r>
              <a:t>Rebuild the messaging map around audience, claim, and proof.</a:t>
            </a:r>
          </a:p>
          <a:p>
            <a:pPr lvl="1"/>
            <a:r>
              <a:t>Align the executive narrative so leaders tell one consistent story.</a:t>
            </a:r>
          </a:p>
          <a:p>
            <a:pPr lvl="1"/>
            <a:r>
              <a:t>Retire the language that reads as promotional and replace it with evidence.</a:t>
            </a:r>
          </a:p>
          <a:p>
            <a:pPr lvl="1"/>
            <a:r>
              <a:t>Order the announcement calendar behind the new frame.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Will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Daniel Valenzuela leads the engagement and owns client review.</a:t>
            </a:r>
          </a:p>
          <a:p>
            <a:pPr lvl="1"/>
            <a:r>
              <a:t>Michelle Rose drafts the messaging map and routes each version for approval.</a:t>
            </a:r>
          </a:p>
          <a:p>
            <a:pPr lvl="1"/>
            <a:r>
              <a:t>Status runs by email each week; decisions are confirmed in writing.</a:t>
            </a:r>
          </a:p>
          <a:p>
            <a:pPr lvl="1"/>
            <a:r>
              <a:t>Nothing external goes out ahead of Mary Frank and the Barrera Group leadership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Circulate the draft positioning statement for comment this week.</a:t>
            </a:r>
          </a:p>
          <a:p>
            <a:pPr lvl="1"/>
            <a:r>
              <a:t>Book a working session to pressure-test the messaging map together.</a:t>
            </a:r>
          </a:p>
          <a:p>
            <a:pPr lvl="1"/>
            <a:r>
              <a:t>Collect the outstanding proof points from the Barrera Group team.</a:t>
            </a:r>
          </a:p>
          <a:p>
            <a:pPr lvl="1"/>
            <a:r>
              <a:t>Confirm the near-term announcement we are writing toward.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Corporate Positioning for Barrera Group</dc:title>
  <dc:subject/>
  <dc:creator>Daniel Valenzuela</dc:creator>
  <cp:keywords/>
  <dc:description>generated using python-pptx</dc:description>
  <cp:lastModifiedBy>Daniel Valenzuela</cp:lastModifiedBy>
  <cp:revision>1</cp:revision>
  <dcterms:created xsi:type="dcterms:W3CDTF">2017-03-23T09:00:00Z</dcterms:created>
  <dcterms:modified xsi:type="dcterms:W3CDTF">2017-03-23T09:00:00Z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