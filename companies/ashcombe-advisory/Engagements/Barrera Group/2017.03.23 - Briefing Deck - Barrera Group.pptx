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Positioning Brief: Barrera Group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Ashcombe Advisory Partners LLC — March 23, 2017</a:t>
            </a:r>
          </a:p>
          <a:p>
            <a:pPr lvl="1"/>
            <a:r>
              <a:t>Engagement: Corporate Positioning for Barrera Group</a:t>
            </a:r>
          </a:p>
          <a:p>
            <a:pPr lvl="1"/>
            <a:r>
              <a:t>Kickoff: February 15, 2017</a:t>
            </a:r>
          </a:p>
          <a:p>
            <a:pPr lvl="1"/>
            <a:r>
              <a:t>Prepared by Daniel Valenzuela, Advisor</a:t>
            </a:r>
          </a:p>
          <a:p>
            <a:pPr lvl="1"/>
            <a:r>
              <a:t>Drafting support: Michelle Rose, Communications Associate</a:t>
            </a:r>
          </a:p>
          <a:p>
            <a:pPr lvl="1"/>
            <a:r>
              <a:t>Client lead: Mary Frank, Director of Operations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Where the Story Sits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The operating results are solid, but the outside story trails what the business actually does.</a:t>
            </a:r>
          </a:p>
          <a:p>
            <a:pPr lvl="1"/>
            <a:r>
              <a:t>The language reads differently on the website, in recent releases, and in leadership remarks.</a:t>
            </a:r>
          </a:p>
          <a:p>
            <a:pPr lvl="1"/>
            <a:r>
              <a:t>There is no single sentence an analyst or reporter would reach for to describe the company.</a:t>
            </a:r>
          </a:p>
          <a:p>
            <a:pPr lvl="1"/>
            <a:r>
              <a:t>Two competitors have already claimed category language this business has a stronger right to.</a:t>
            </a:r>
          </a:p>
          <a:p>
            <a:pPr lvl="1"/>
            <a:r>
              <a:t>The upside is real: the fundamentals support a sharper, more confident story than the one being told.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Heard at Kickoff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Leadership wants growth described as disciplined, not scale for its own sake.</a:t>
            </a:r>
          </a:p>
          <a:p>
            <a:pPr lvl="1"/>
            <a:r>
              <a:t>The board does not want anything that reads as pre-IPO promotion.</a:t>
            </a:r>
          </a:p>
          <a:p>
            <a:pPr lvl="1"/>
            <a:r>
              <a:t>Operations sees daylight between how the company runs and how it currently sounds.</a:t>
            </a:r>
          </a:p>
          <a:p>
            <a:pPr lvl="1"/>
            <a:r>
              <a:t>Every external claim needs a fact behind it that your team can stand up on request.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The Frame We Are Building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One core positioning statement the whole company can repeat without adjustment.</a:t>
            </a:r>
          </a:p>
          <a:p>
            <a:pPr lvl="1"/>
            <a:r>
              <a:t>A messaging map that pairs each audience with a single claim and the proof behind it.</a:t>
            </a:r>
          </a:p>
          <a:p>
            <a:pPr lvl="1"/>
            <a:r>
              <a:t>An executive narrative so leaders tell the same story in the same order.</a:t>
            </a:r>
          </a:p>
          <a:p>
            <a:pPr lvl="1"/>
            <a:r>
              <a:t>A plain-language replacement for the boilerplate that has aged out of use.</a:t>
            </a:r>
          </a:p>
          <a:p>
            <a:pPr lvl="1"/>
            <a:r>
              <a:t>An announcement calendar ordered so each release reinforces the one before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How the First Weeks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We gather the current materials and mark every place the language diverges.</a:t>
            </a:r>
          </a:p>
          <a:p>
            <a:pPr lvl="1"/>
            <a:r>
              <a:t>Michelle Rose turns the agreed direction into draft copy for your review.</a:t>
            </a:r>
          </a:p>
          <a:p>
            <a:pPr lvl="1"/>
            <a:r>
              <a:t>Nothing investor-facing circulates until the internal narrative is settled.</a:t>
            </a:r>
          </a:p>
          <a:p>
            <a:pPr lvl="1"/>
            <a:r>
              <a:t>You see each draft before it moves past the working group.</a:t>
            </a:r>
          </a:p>
          <a:p>
            <a:pPr lvl="1"/>
            <a:r>
              <a:t>We hold one master copy of every document so your team is never reading an old version.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Next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Working group confirmed: Daniel Valenzuela and Michelle Rose here, Mary Frank leading on your side.</a:t>
            </a:r>
          </a:p>
          <a:p>
            <a:pPr lvl="1"/>
            <a:r>
              <a:t>Send two or three windows this week for a thirty-minute walk-through of the draft messaging map, and I will set it 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Corporate Positioning for Barrera Group</dc:title>
  <dc:subject/>
  <dc:creator>Daniel Valenzuela</dc:creator>
  <cp:keywords/>
  <dc:description>generated using python-pptx</dc:description>
  <cp:lastModifiedBy>Daniel Valenzuela</cp:lastModifiedBy>
  <cp:revision>1</cp:revision>
  <dcterms:created xsi:type="dcterms:W3CDTF">2017-03-23T09:00:00Z</dcterms:created>
  <dcterms:modified xsi:type="dcterms:W3CDTF">2017-03-23T09:00:00Z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