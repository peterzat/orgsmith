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Investor Relations Program: Castaneda, Adams and Davis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Ashcombe Advisory Partners LLC — September 10, 2018</a:t>
            </a:r>
          </a:p>
          <a:p>
            <a:pPr lvl="1"/>
            <a:r>
              <a:t>Progress briefing for Lauren Heath and the leadership team</a:t>
            </a:r>
          </a:p>
          <a:p>
            <a:pPr lvl="1"/>
            <a:r>
              <a:t>Prepared by Michael Morris, Ashcombe Advisory Partners</a:t>
            </a:r>
          </a:p>
          <a:p>
            <a:pPr lvl="1"/>
            <a:r>
              <a:t>Program start: July 7, 2018</a:t>
            </a:r>
          </a:p>
          <a:p>
            <a:pPr lvl="1"/>
            <a:r>
              <a:t>Status: early phase, roughly one quarter of the way 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program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foundations are in: we have heard how the company is read today and agreed how it wants to be read.</a:t>
            </a:r>
          </a:p>
          <a:p>
            <a:pPr lvl="1"/>
            <a:r>
              <a:t>Listening is done, from your leadership and from analysts who cover the sector.</a:t>
            </a:r>
          </a:p>
          <a:p>
            <a:pPr lvl="1"/>
            <a:r>
              <a:t>Drafting of the core messages is under way and on the plan we set at kickoff.</a:t>
            </a:r>
          </a:p>
          <a:p>
            <a:pPr lvl="1"/>
            <a:r>
              <a:t>Nothing on the calendar has been missed, and no message has had to be written against the clock.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message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One core narrative that says plainly what the company is and where it is going.</a:t>
            </a:r>
          </a:p>
          <a:p>
            <a:pPr lvl="1"/>
            <a:r>
              <a:t>Three supporting messages, each carried by concrete proof points rather than adjectives.</a:t>
            </a:r>
          </a:p>
          <a:p>
            <a:pPr lvl="1"/>
            <a:r>
              <a:t>Written in the company's own register, so it reads as the company speaking and not as an agency writing on its behalf.</a:t>
            </a:r>
          </a:p>
          <a:p>
            <a:pPr lvl="1"/>
            <a:r>
              <a:t>A first full draft is close and will come to your team for comment.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team and how we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Michael Morris leads the engagement and owns the strategy and the sensitive calls.</a:t>
            </a:r>
          </a:p>
          <a:p>
            <a:pPr lvl="1"/>
            <a:r>
              <a:t>Laura Bradley carries the drafting and keeps the schedule and the moving parts in order.</a:t>
            </a:r>
          </a:p>
          <a:p>
            <a:pPr lvl="1"/>
            <a:r>
              <a:t>Michelle Black runs the announcement timelines and the approvals that sit behind them.</a:t>
            </a:r>
          </a:p>
          <a:p>
            <a:pPr lvl="1"/>
            <a:r>
              <a:t>The work moves mostly by email and short calls, with a working session when a decision needs the room.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we are watching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Timely sign-off: the later materials all build on the core narrative, so its review sets the pace.</a:t>
            </a:r>
          </a:p>
          <a:p>
            <a:pPr lvl="1"/>
            <a:r>
              <a:t>One voice to the market: several people speak for the company, and the messaging holds only if they use the same language.</a:t>
            </a:r>
          </a:p>
          <a:p>
            <a:pPr lvl="1"/>
            <a:r>
              <a:t>A live announcement in the window: if a result or a deal lands mid-program, we will want to test the messaging against it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Send the core-narrative draft to your team for comment as soon as it is ready.</a:t>
            </a:r>
          </a:p>
          <a:p>
            <a:pPr lvl="1"/>
            <a:r>
              <a:t>Book the review so the second half of the program can start on time.</a:t>
            </a:r>
          </a:p>
          <a:p>
            <a:pPr lvl="1"/>
            <a:r>
              <a:t>Line up a short session with your spokespeople once the supporting messages are drafted.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Investor Relations Program for Castaneda, Adams and Davis</dc:title>
  <dc:subject/>
  <dc:creator>Michael Morris</dc:creator>
  <cp:keywords/>
  <dc:description>generated using python-pptx</dc:description>
  <cp:lastModifiedBy>Michael Morris</cp:lastModifiedBy>
  <cp:revision>1</cp:revision>
  <dcterms:created xsi:type="dcterms:W3CDTF">2018-09-10T09:00:00Z</dcterms:created>
  <dcterms:modified xsi:type="dcterms:W3CDTF">2018-09-10T09:00:00Z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