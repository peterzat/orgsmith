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Investor Relations Program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Ashcombe Advisory Partners LLC — September 10, 2018</a:t>
            </a:r>
          </a:p>
          <a:p>
            <a:pPr/>
            <a:r>
              <a:t>Prepared by Ashcombe Advisory Partners for the leadership of Castaneda, Adams and Davis. An early briefing on the program that commenced July 7, 2018 for Castaneda, Adams and Davis.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Where We Stand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The core messaging framework is drafted and in internal review.</a:t>
            </a:r>
          </a:p>
          <a:p>
            <a:pPr lvl="1"/>
            <a:r>
              <a:t>The proof points behind each message are being confirmed one by one.</a:t>
            </a:r>
          </a:p>
          <a:p>
            <a:pPr lvl="1"/>
            <a:r>
              <a:t>The investor calendar for the quarters ahead is mapped in draft.</a:t>
            </a:r>
          </a:p>
          <a:p>
            <a:pPr lvl="1"/>
            <a:r>
              <a:t>We are in the early phase: settling the story before it travels.</a:t>
            </a:r>
          </a:p>
          <a:p>
            <a:pPr lvl="1"/>
            <a:r>
              <a:t>The aim this quarter is a story that holds under a hard question.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Your Ashcombe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Michael Morris, Partner -- engagement lead and your point of contact.</a:t>
            </a:r>
          </a:p>
          <a:p>
            <a:pPr lvl="1"/>
            <a:r>
              <a:t>Laura Bradley, Senior Associate -- messaging and client-facing drafts.</a:t>
            </a:r>
          </a:p>
          <a:p>
            <a:pPr lvl="1"/>
            <a:r>
              <a:t>Michelle Black, Communications Analyst -- supporting material and proof points.</a:t>
            </a:r>
          </a:p>
          <a:p>
            <a:pPr lvl="1"/>
            <a:r>
              <a:t>Lauren Heath, Chief Operating Officer -- program sponsor at Castaneda, Adams and Davis.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The Messaging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A short set of core messages that carry the company's story.</a:t>
            </a:r>
          </a:p>
          <a:p>
            <a:pPr lvl="1"/>
            <a:r>
              <a:t>Each claim sitting over a proof point we can stand behind.</a:t>
            </a:r>
          </a:p>
          <a:p>
            <a:pPr lvl="1"/>
            <a:r>
              <a:t>One version of the story, told the same way to every audience.</a:t>
            </a:r>
          </a:p>
          <a:p>
            <a:pPr lvl="1"/>
            <a:r>
              <a:t>Language tuned for investors and tested against the hard question.</a:t>
            </a:r>
          </a:p>
          <a:p>
            <a:pPr lvl="1"/>
            <a:r>
              <a:t>What is confirmed kept cleanly apart from what is still open.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Investor Calendar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Earnings and announcement moments sequenced across the term.</a:t>
            </a:r>
          </a:p>
          <a:p>
            <a:pPr lvl="1"/>
            <a:r>
              <a:t>Timing aligned to the company's schedule, never to ours.</a:t>
            </a:r>
          </a:p>
          <a:p>
            <a:pPr lvl="1"/>
            <a:r>
              <a:t>A single working calendar kept current so no one is guessing.</a:t>
            </a:r>
          </a:p>
          <a:p>
            <a:pPr lvl="1"/>
            <a:r>
              <a:t>Decisions on order made together, and made early rather than late.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Finalize the messaging framework and circulate the clean version.</a:t>
            </a:r>
          </a:p>
          <a:p>
            <a:pPr lvl="1"/>
            <a:r>
              <a:t>Walk the framework with the Castaneda, Adams and Davis leadership for sign-off.</a:t>
            </a:r>
          </a:p>
          <a:p>
            <a:pPr lvl="1"/>
            <a:r>
              <a:t>Prepare the material for the first investor cycle under the new frame.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Investor Relations Program for Castaneda, Adams and Davis</dc:title>
  <dc:subject/>
  <dc:creator>Michael Morris</dc:creator>
  <cp:keywords/>
  <dc:description>generated using python-pptx</dc:description>
  <cp:lastModifiedBy>Michael Morris</cp:lastModifiedBy>
  <cp:revision>1</cp:revision>
  <dcterms:created xsi:type="dcterms:W3CDTF">2018-09-10T09:00:00Z</dcterms:created>
  <dcterms:modified xsi:type="dcterms:W3CDTF">2018-09-10T09:00:00Z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