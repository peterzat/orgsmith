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Market Entry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Gladepoint Strategies LLC — March 5, 2022</a:t>
            </a:r>
          </a:p>
          <a:p>
            <a:pPr/>
            <a:r>
              <a:t>Prepared for Vance and Sons by Gladepoint Strategies LLC. Presented by Caroline Mayo, Principal.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Fieldwork underway since February 4, 2022</a:t>
            </a:r>
          </a:p>
          <a:p>
            <a:pPr lvl="1"/>
            <a:r>
              <a:t>Interviews with the Vance and Sons commercial team complete</a:t>
            </a:r>
          </a:p>
          <a:p>
            <a:pPr lvl="1"/>
            <a:r>
              <a:t>Market model drafted; segment sizing in review</a:t>
            </a:r>
          </a:p>
          <a:p>
            <a:pPr lvl="1"/>
            <a:r>
              <a:t>Distributor conversations scheduled through the 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What We Are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Demand is concentrated in fewer segments than expected</a:t>
            </a:r>
          </a:p>
          <a:p>
            <a:pPr lvl="1"/>
            <a:r>
              <a:t>Competitors defend on service, not price</a:t>
            </a:r>
          </a:p>
          <a:p>
            <a:pPr lvl="1"/>
            <a:r>
              <a:t>Channel access, not product, is the gating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Caroline Mayo, Principal: engagement lead</a:t>
            </a:r>
          </a:p>
          <a:p>
            <a:pPr lvl="1"/>
            <a:r>
              <a:t>John Johnson, Senior Analyst: market model and exhibits</a:t>
            </a:r>
          </a:p>
          <a:p>
            <a:pPr lvl="1"/>
            <a:r>
              <a:t>Jeff Pope, Engagement Manager: workplan, interviews, reporting</a:t>
            </a:r>
          </a:p>
          <a:p>
            <a:pPr lvl="1"/>
            <a:r>
              <a:t>Kelly Klein, General Manager: client sponsor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Complete distributor interviews and close the market model</a:t>
            </a:r>
          </a:p>
          <a:p>
            <a:pPr lvl="1"/>
            <a:r>
              <a:t>Working session with the sponsor team to pressure-test early findings</a:t>
            </a:r>
          </a:p>
          <a:p>
            <a:pPr lvl="1"/>
            <a:r>
              <a:t>Steering update on the standing 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Market Entry Assessment for Vance and Sons</dc:title>
  <dc:subject/>
  <dc:creator>Caroline Mayo</dc:creator>
  <cp:keywords/>
  <dc:description>generated using python-pptx</dc:description>
  <cp:lastModifiedBy>Caroline Mayo</cp:lastModifiedBy>
  <cp:revision>1</cp:revision>
  <dcterms:created xsi:type="dcterms:W3CDTF">2022-03-05T09:00:00Z</dcterms:created>
  <dcterms:modified xsi:type="dcterms:W3CDTF">2022-03-05T09:00:00Z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