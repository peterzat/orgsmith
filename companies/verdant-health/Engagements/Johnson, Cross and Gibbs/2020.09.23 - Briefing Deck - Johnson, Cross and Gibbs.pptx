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Service Line Assessment: Client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Verdant Health Advisory LLC — September 23, 2020</a:t>
            </a:r>
          </a:p>
          <a:p>
            <a:pPr lvl="1"/>
            <a:r>
              <a:t>Prepared for Johnson, Cross and Gibbs</a:t>
            </a:r>
          </a:p>
          <a:p>
            <a:pPr lvl="1"/>
            <a:r>
              <a:t>Client of record: Johnson, Cross and Gibbs</a:t>
            </a:r>
          </a:p>
          <a:p>
            <a:pPr lvl="1"/>
            <a:r>
              <a:t>Engagement commenced August 4, 2020</a:t>
            </a:r>
          </a:p>
          <a:p>
            <a:pPr lvl="1"/>
            <a:r>
              <a:t>Presented by Daniel Alvarado, Senior Consultant</a:t>
            </a:r>
          </a:p>
          <a:p>
            <a:pPr lvl="1"/>
            <a:r>
              <a:t>For discussion with Angela Mahoney, General Manager, and finance staff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Scope and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In scope: contribution margin by service line, volume and payer mix, revenue cycle drivers</a:t>
            </a:r>
          </a:p>
          <a:p>
            <a:pPr lvl="1"/>
            <a:r>
              <a:t>Out of scope: audit of source data, rebuild of cost accounting, valuation of any compensation arrangement</a:t>
            </a:r>
          </a:p>
          <a:p>
            <a:pPr lvl="1"/>
            <a:r>
              <a:t>Susan Clark, Principal, leads service line economics and owns the assumption log</a:t>
            </a:r>
          </a:p>
          <a:p>
            <a:pPr lvl="1"/>
            <a:r>
              <a:t>Patricia Moore, Analyst, leads revenue cycle tracing</a:t>
            </a:r>
          </a:p>
          <a:p>
            <a:pPr lvl="1"/>
            <a:r>
              <a:t>Daniel Alvarado documents compensation dependencies where a line's economics turn on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Line list confirmed in writing with your office; we and you are working from the same list</a:t>
            </a:r>
          </a:p>
          <a:p>
            <a:pPr lvl="1"/>
            <a:r>
              <a:t>Extracts received for most lines in scope; two remain outstanding and are logged</a:t>
            </a:r>
          </a:p>
          <a:p>
            <a:pPr lvl="1"/>
            <a:r>
              <a:t>Contribution margin model built and populated for the first group of lines</a:t>
            </a:r>
          </a:p>
          <a:p>
            <a:pPr lvl="1"/>
            <a:r>
              <a:t>Revenue cycle walkthroughs completed for two lines, in progress for the rest</a:t>
            </a:r>
          </a:p>
          <a:p>
            <a:pPr lvl="1"/>
            <a:r>
              <a:t>Assumption log is open and available to you on request, not held to the end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How We Are Treating This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disrupted months are not comparable to prior periods and will not be averaged in with them</a:t>
            </a:r>
          </a:p>
          <a:p>
            <a:pPr lvl="1"/>
            <a:r>
              <a:t>Each line is presented twice: on the full trailing period, and on the unaffected periods alone</a:t>
            </a:r>
          </a:p>
          <a:p>
            <a:pPr lvl="1"/>
            <a:r>
              <a:t>Where the two views disagree in direction, we say so rather than choosing the tidier one</a:t>
            </a:r>
          </a:p>
          <a:p>
            <a:pPr lvl="1"/>
            <a:r>
              <a:t>The allocation basis behind both views is stated on the face of the model, not in an appendix</a:t>
            </a:r>
          </a:p>
          <a:p>
            <a:pPr lvl="1"/>
            <a:r>
              <a:t>Where the data will not support a conclusion, that is what we will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Observations to 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This year's trailing periods are not comparable; affected and unaffected months are shown separately throughout</a:t>
            </a:r>
          </a:p>
          <a:p>
            <a:pPr lvl="1"/>
            <a:r>
              <a:t>At least one line's reported margin depends on a cost allocation we have not yet traced to source</a:t>
            </a:r>
          </a:p>
          <a:p>
            <a:pPr lvl="1"/>
            <a:r>
              <a:t>Denials in one line appear to cluster at a single step; Patricia Moore is tracing it end to end before we characterize it</a:t>
            </a:r>
          </a:p>
          <a:p>
            <a:pPr lvl="1"/>
            <a:r>
              <a:t>One line's cost structure depends on a physician arrangement outside our scope; the dependency is flagged, not evaluated</a:t>
            </a:r>
          </a:p>
          <a:p>
            <a:pPr lvl="1"/>
            <a:r>
              <a:t>These are observations. They are not findings, and nothing here is a recommendation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Close the two outstanding extracts</a:t>
            </a:r>
          </a:p>
          <a:p>
            <a:pPr lvl="1"/>
            <a:r>
              <a:t>Complete revenue cycle tracing across the remaining lines in scope</a:t>
            </a:r>
          </a:p>
          <a:p>
            <a:pPr lvl="1"/>
            <a:r>
              <a:t>Bring the first findings, labeled as findings, to the next working session</a:t>
            </a:r>
          </a:p>
          <a:p>
            <a:pPr lvl="1"/>
            <a:r>
              <a:t>Continue routing all requests through Angela Mahoney's office</a:t>
            </a:r>
          </a:p>
          <a:p>
            <a:pPr lvl="1"/>
            <a:r>
              <a:t>Susan Clark will present the margin build and its assumptions when the model covers every 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Service Line Assessment for Johnson, Cross and Gibbs</dc:title>
  <dc:subject/>
  <dc:creator>Daniel Alvarado</dc:creator>
  <cp:keywords/>
  <dc:description>generated using python-pptx</dc:description>
  <cp:lastModifiedBy>Daniel Alvarado</cp:lastModifiedBy>
  <cp:revision>1</cp:revision>
  <dcterms:created xsi:type="dcterms:W3CDTF">2020-09-23T09:00:00Z</dcterms:created>
  <dcterms:modified xsi:type="dcterms:W3CDTF">2020-09-23T09:00:00Z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