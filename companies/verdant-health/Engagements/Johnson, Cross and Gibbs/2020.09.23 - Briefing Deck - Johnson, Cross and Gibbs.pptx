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Service Line Assessment: Johnson, Cross and Gibbs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Verdant Health Advisory LLC — September 23, 2020</a:t>
            </a:r>
          </a:p>
          <a:p>
            <a:pPr lvl="1"/>
            <a:r>
              <a:t>Prepared for Angela Mahoney, General Manager</a:t>
            </a:r>
          </a:p>
          <a:p>
            <a:pPr lvl="1"/>
            <a:r>
              <a:t>A review of which service lines earn their keep, and which are carried by the rest</a:t>
            </a:r>
          </a:p>
          <a:p>
            <a:pPr lvl="1"/>
            <a:r>
              <a:t>Commenced August 4, 2020; roughly seven months end to 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Why we are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You asked a plain question: which of your service lines earn their keep once their true costs are counted, and which are carried by the rest.</a:t>
            </a:r>
          </a:p>
          <a:p>
            <a:pPr lvl="1"/>
            <a:r>
              <a:t>We answer it from your own cost accounting and actual volumes, set against net revenue rather than charges, not from national benchmarks alone.</a:t>
            </a:r>
          </a:p>
          <a:p>
            <a:pPr lvl="1"/>
            <a:r>
              <a:t>Where a line's economics turn on how physicians are paid, or on revenue the line has earned and then lost in billing, we follow the question there rather than stop at the ledger.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How we are doing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Daniel Alvarado leads the service-line economics and is your day-to-day contact.</a:t>
            </a:r>
          </a:p>
          <a:p>
            <a:pPr lvl="1"/>
            <a:r>
              <a:t>Susan Clark takes any question that touches physician compensation and fair-market-value review.</a:t>
            </a:r>
          </a:p>
          <a:p>
            <a:pPr lvl="1"/>
            <a:r>
              <a:t>Patricia Moore traces revenue-cycle leakage, claim by claim, through every handoff.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Where we are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 have agreed the service-line definitions with you, so both sides are measuring the same thing before any number is compared.</a:t>
            </a:r>
          </a:p>
          <a:p>
            <a:pPr lvl="1"/>
            <a:r>
              <a:t>Data is in hand for the largest lines, and the smaller ones are still being pulled together with your team, some of it from paperwork that reaches us as scans.</a:t>
            </a:r>
          </a:p>
          <a:p>
            <a:pPr lvl="1"/>
            <a:r>
              <a:t>The cost reconstruction is under way. We are not yet ready to name winners and losers, and we will not name them until the numbers are firm.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What we are watching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 line can look unprofitable on paper when the real problem is revenue it earned and then lost in billing. We are careful to tell those two apart.</a:t>
            </a:r>
          </a:p>
          <a:p>
            <a:pPr lvl="1"/>
            <a:r>
              <a:t>Some contracting paperwork reaches us as scans rather than files, which slows the pull; your team has been helpful in filling the gaps.</a:t>
            </a:r>
          </a:p>
          <a:p>
            <a:pPr lvl="1"/>
            <a:r>
              <a:t>We will keep fair-market-value language for the compensation questions that actually warrant it, and nowhere else.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Finish the cost reconstruction across every line, large and small.</a:t>
            </a:r>
          </a:p>
          <a:p>
            <a:pPr lvl="1"/>
            <a:r>
              <a:t>Reconcile the revenue-cycle picture against the service-line results, so a leaking line is not mistaken for an unprofitable one.</a:t>
            </a:r>
          </a:p>
          <a:p>
            <a:pPr lvl="1"/>
            <a:r>
              <a:t>Bring you a first read of the findings for Johnson, Cross and Gibbs at the midpoint review, with recommendations kept separate from findings.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Service Line Assessment for Johnson, Cross and Gibbs</dc:title>
  <dc:subject/>
  <dc:creator>Daniel Alvarado</dc:creator>
  <cp:keywords/>
  <dc:description>generated using python-pptx</dc:description>
  <cp:lastModifiedBy>Daniel Alvarado</cp:lastModifiedBy>
  <cp:revision>1</cp:revision>
  <dcterms:created xsi:type="dcterms:W3CDTF">2020-09-23T09:00:00Z</dcterms:created>
  <dcterms:modified xsi:type="dcterms:W3CDTF">2020-09-23T09:00:00Z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