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Physician Compensation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Verdant Health Advisory LLC — July 3, 2021</a:t>
            </a:r>
          </a:p>
          <a:p>
            <a:pPr lvl="1"/>
            <a:r>
              <a:t>Prepared for Laura Phillips, Chief Financial Officer, Johnson, Cross and Gibbs</a:t>
            </a:r>
          </a:p>
          <a:p>
            <a:pPr lvl="1"/>
            <a:r>
              <a:t>Client: Johnson, Cross and Gibbs</a:t>
            </a:r>
          </a:p>
          <a:p>
            <a:pPr lvl="1"/>
            <a:r>
              <a:t>Engagement opened June 10, 2021</a:t>
            </a:r>
          </a:p>
          <a:p>
            <a:pPr lvl="1"/>
            <a:r>
              <a:t>Team: Daniel Alvarado, Senior Consultant; Patricia Moore, Analyst</a:t>
            </a:r>
          </a:p>
          <a:p>
            <a:pPr lvl="1"/>
            <a:r>
              <a:t>Purpose of this briefing: confirm scope, report where the work stands, surface what we need from 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What We Were Asked To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Determine whether compensation payable under each in-scope arrangement is consistent with fair market value</a:t>
            </a:r>
          </a:p>
          <a:p>
            <a:pPr lvl="1"/>
            <a:r>
              <a:t>Determine whether each arrangement is commercially reasonable</a:t>
            </a:r>
          </a:p>
          <a:p>
            <a:pPr lvl="1"/>
            <a:r>
              <a:t>Determine whether arrangements as administered match arrangements as written</a:t>
            </a:r>
          </a:p>
          <a:p>
            <a:pPr lvl="1"/>
            <a:r>
              <a:t>Not in scope: legal opinion, audit, attestation, or any conclusion on regulatory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Where The Work Stands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Arrangement inventory built and reconciled against the payroll extract; a small number of entries remain open pending documents</a:t>
            </a:r>
          </a:p>
          <a:p>
            <a:pPr lvl="1"/>
            <a:r>
              <a:t>Payment reconciliation underway for the arrangements whose inventory entries are closed</a:t>
            </a:r>
          </a:p>
          <a:p>
            <a:pPr lvl="1"/>
            <a:r>
              <a:t>Fair-market-value analysis has begun on the closed entries only, by design</a:t>
            </a:r>
          </a:p>
          <a:p>
            <a:pPr lvl="1"/>
            <a:r>
              <a:t>Approval documentation collection is open and is currently our thinnest file</a:t>
            </a:r>
          </a:p>
          <a:p>
            <a:pPr lvl="1"/>
            <a:r>
              <a:t>No findings are being reported today. It is too early, and we will not preview a conclusion the analysis has not reached.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Method,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Fair market value is a term of art here, not an adjective, and Daniel Alvarado will document every comparable relied on and every one set aside</a:t>
            </a:r>
          </a:p>
          <a:p>
            <a:pPr lvl="1"/>
            <a:r>
              <a:t>Survey selection matched to specialty, geography, and productivity profile</a:t>
            </a:r>
          </a:p>
          <a:p>
            <a:pPr lvl="1"/>
            <a:r>
              <a:t>Patricia Moore ties every figure in a deliverable to a workpaper we can produce on request</a:t>
            </a:r>
          </a:p>
          <a:p>
            <a:pPr lvl="1"/>
            <a:r>
              <a:t>Findings will lead the report; recommendations will appear separately and be labeled as such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What We Need From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Remaining executed agreements and amendments for the open inventory entries</a:t>
            </a:r>
          </a:p>
          <a:p>
            <a:pPr lvl="1"/>
            <a:r>
              <a:t>Approval records: committee minutes, memoranda, or whatever exists for each arrangement</a:t>
            </a:r>
          </a:p>
          <a:p>
            <a:pPr lvl="1"/>
            <a:r>
              <a:t>Named contacts for two interviews on how productivity is captured and how it reaches payroll</a:t>
            </a:r>
          </a:p>
          <a:p>
            <a:pPr lvl="1"/>
            <a:r>
              <a:t>Continued de-identified extracts only. Please do not send files carrying patient identifiers.</a:t>
            </a:r>
          </a:p>
          <a:p>
            <a:pPr lvl="1"/>
            <a:r>
              <a:t>The open-items log accompanies this deck and carries the date each item was requested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Close the remaining inventory entries as documents arrive</a:t>
            </a:r>
          </a:p>
          <a:p>
            <a:pPr lvl="1"/>
            <a:r>
              <a:t>Complete payment reconciliation and identify any point where paid compensation diverges from the agreement's calculation</a:t>
            </a:r>
          </a:p>
          <a:p>
            <a:pPr lvl="1"/>
            <a:r>
              <a:t>Extend the fair-market-value analysis across the full closed inventory</a:t>
            </a:r>
          </a:p>
          <a:p>
            <a:pPr lvl="1"/>
            <a:r>
              <a:t>Working session with Johnson, Cross and Gibbs finance and legal to walk through the reconciliation approach</a:t>
            </a:r>
          </a:p>
          <a:p>
            <a:pPr lvl="1"/>
            <a:r>
              <a:t>Next status update to follow on the agreed reporting cycle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Physician Compensation Review for Johnson, Cross and Gibbs</dc:title>
  <dc:subject/>
  <dc:creator>Patricia Moore</dc:creator>
  <cp:keywords/>
  <dc:description>generated using python-pptx</dc:description>
  <cp:lastModifiedBy>Patricia Moore</cp:lastModifiedBy>
  <cp:revision>1</cp:revision>
  <dcterms:created xsi:type="dcterms:W3CDTF">2021-07-03T09:00:00Z</dcterms:created>
  <dcterms:modified xsi:type="dcterms:W3CDTF">2021-07-03T09:00:00Z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