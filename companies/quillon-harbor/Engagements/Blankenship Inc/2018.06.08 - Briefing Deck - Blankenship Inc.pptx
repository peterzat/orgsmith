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F3A5F"/>
                </a:solidFill>
              </a:rPr>
              <a:t>Blankenship Inc Management Buyout: Briefing for Joseph Jones and the Management Group</a:t>
            </a:r>
          </a:p>
        </p:txBody>
      </p:sp>
      <p:sp>
        <p:nvSpPr>
          <p:cNvPr id="3" name="Subtitle 2"/>
          <p:cNvSpPr>
            <a:spLocks noGrp="1"/>
          </p:cNvSpPr>
          <p:nvPr>
            <p:ph type="subTitle" idx="1"/>
          </p:nvPr>
        </p:nvSpPr>
        <p:spPr/>
        <p:txBody>
          <a:bodyPr/>
          <a:lstStyle/>
          <a:p>
            <a:r>
              <a:t>Quillon Harbor Advisors LLC — June 8, 2018</a:t>
            </a:r>
          </a:p>
          <a:p>
            <a:pPr lvl="1"/>
            <a:r>
              <a:t>Quillon Harbor has advised Blankenship Inc and its management group since April 2, 2018 on a proposed purchase of the company from its current shareholders.</a:t>
            </a:r>
          </a:p>
          <a:p>
            <a:pPr lvl="1"/>
            <a:r>
              <a:t>The shareholders have agreed to hear a proposal from management. They have not yet seen a price or a structure.</a:t>
            </a:r>
          </a:p>
          <a:p>
            <a:pPr lvl="1"/>
            <a:r>
              <a:t>Management's model has been reviewed line by line with Joseph Jones. The company's quality of earnings review is under way.</a:t>
            </a:r>
          </a:p>
          <a:p>
            <a:pPr lvl="1"/>
            <a:r>
              <a:t>No lender or other provider of capital has been contacted. Outreach waits on your approval of the list and of the lender memorandum.</a:t>
            </a:r>
          </a:p>
          <a:p>
            <a:pPr lvl="1"/>
            <a:r>
              <a:t>The engagement team is unchanged: Richard Mccoy leads, with Thomas Mccoy and Angela Cole.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What the Analysis Shows</a:t>
            </a:r>
          </a:p>
        </p:txBody>
      </p:sp>
      <p:sp>
        <p:nvSpPr>
          <p:cNvPr id="3" name="Content Placeholder 2"/>
          <p:cNvSpPr>
            <a:spLocks noGrp="1"/>
          </p:cNvSpPr>
          <p:nvPr>
            <p:ph idx="1"/>
          </p:nvPr>
        </p:nvSpPr>
        <p:spPr/>
        <p:txBody>
          <a:bodyPr/>
          <a:lstStyle/>
          <a:p>
            <a:pPr lvl="1"/>
            <a:r>
              <a:t>Value. Angela Cole benchmarked the company against 10 comparable buyouts in the lower middle market. On margins the company compares well. On customer concentration it compares less well, and lenders will ask about it.</a:t>
            </a:r>
          </a:p>
          <a:p>
            <a:pPr lvl="1"/>
            <a:r>
              <a:t>Debt. Senior lenders active at this size will lend against the company's cash flow, though probably not enough on their own to fund the price. A second layer of capital, deferred consideration from the shareholders, or both will likely be needed.</a:t>
            </a:r>
          </a:p>
          <a:p>
            <a:pPr lvl="1"/>
            <a:r>
              <a:t>Tax. Last December's federal tax legislation caps the interest a company may deduct. The model applies the cap, and it reduces the debt the business can carry comfortably.</a:t>
            </a:r>
          </a:p>
          <a:p>
            <a:pPr lvl="1"/>
            <a:r>
              <a:t>Equity. The managers' commitments, as indicated to Richard Mccoy, meet the equity a lender will expect to see. They leave little room if the price moves up.</a:t>
            </a:r>
          </a:p>
          <a:p>
            <a:pPr lvl="1"/>
            <a:r>
              <a:t>Seller note. If the shareholders defer part of the price, lenders will require the note to rank behind their debt. We recommend telling the shareholders this ourselves when the indicative proposal goes to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Before Outreach Begins</a:t>
            </a:r>
          </a:p>
        </p:txBody>
      </p:sp>
      <p:sp>
        <p:nvSpPr>
          <p:cNvPr id="3" name="Content Placeholder 2"/>
          <p:cNvSpPr>
            <a:spLocks noGrp="1"/>
          </p:cNvSpPr>
          <p:nvPr>
            <p:ph idx="1"/>
          </p:nvPr>
        </p:nvSpPr>
        <p:spPr/>
        <p:txBody>
          <a:bodyPr/>
          <a:lstStyle/>
          <a:p>
            <a:pPr lvl="1"/>
            <a:r>
              <a:t>Joseph Jones to approve the outreach list, which covers 26 financing sources, and to name any lender the group wants left off it.</a:t>
            </a:r>
          </a:p>
          <a:p>
            <a:pPr lvl="1"/>
            <a:r>
              <a:t>Thomas Mccoy to circulate the lender memorandum to the management group for comment.</a:t>
            </a:r>
          </a:p>
          <a:p>
            <a:pPr lvl="1"/>
            <a:r>
              <a:t>Richard Mccoy and Joseph Jones to agree when an indicative proposal goes to the shareholders, and what it says about financing.</a:t>
            </a:r>
          </a:p>
          <a:p>
            <a:pPr lvl="1"/>
            <a:r>
              <a:t>Lender outreach to begin once the quality of earnings draft is in hand.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Management Buyout Advisory for Blankenship Inc</dc:title>
  <dc:subject/>
  <dc:creator>Thomas Mccoy</dc:creator>
  <cp:keywords/>
  <dc:description>generated using python-pptx</dc:description>
  <cp:lastModifiedBy>Thomas Mccoy</cp:lastModifiedBy>
  <cp:revision>1</cp:revision>
  <dcterms:created xsi:type="dcterms:W3CDTF">2018-06-08T09:00:00Z</dcterms:created>
  <dcterms:modified xsi:type="dcterms:W3CDTF">2018-06-08T09:00:00Z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