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OrgSmith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1F3A5F"/>
                </a:solidFill>
              </a:rPr>
              <a:t>DRAFT -- superseded by the final version; not for distribution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Quillon Harbor Advisors LLC — May 5, 2015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A5F"/>
                </a:solidFill>
              </a:rPr>
              <a:t>Acquisition Search for Morse PLC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Briefing for James Jones, Chief Financial Officer, Morse PLC. Prepared by Melissa Jacobson with Richard Mccoy and Heather Delacruz.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A5F"/>
                </a:solidFill>
              </a:rPr>
              <a:t>Where the Search Stands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1. The search opened on March 20, 2015. We are in the mapping and screening phase, which is where the plan put us at this point.</a:t>
            </a:r>
          </a:p>
          <a:p>
            <a:pPr lvl="1"/>
            <a:r>
              <a:t>2. Our universe stands at 140 candidate companies, built from trade directories, accreditation listings, industry association rosters and our own files.</a:t>
            </a:r>
          </a:p>
          <a:p>
            <a:pPr lvl="1"/>
            <a:r>
              <a:t>3. The screen runs against the criteria your board approved. Those criteria have not changed, and the screen is close to finished.</a:t>
            </a:r>
          </a:p>
          <a:p>
            <a:pPr lvl="1"/>
            <a:r>
              <a:t>4. Each company that clears the screen gets a one-page profile of the business and of its owner.</a:t>
            </a:r>
          </a:p>
          <a:p>
            <a:pPr lvl="1"/>
            <a:r>
              <a:t>5. No owner has been approached yet. First calls wait on your sign-off of the short list.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A5F"/>
                </a:solidFill>
              </a:rPr>
              <a:t>What the Field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1. The field is fragmented. Most companies are founder-owned and run from one site or a small regional network.</a:t>
            </a:r>
          </a:p>
          <a:p>
            <a:pPr lvl="1"/>
            <a:r>
              <a:t>2. Accreditation divides it. Accredited laboratories hold customers longer and carry more recurring calibration work.</a:t>
            </a:r>
          </a:p>
          <a:p>
            <a:pPr lvl="1"/>
            <a:r>
              <a:t>3. Few owners have taken outside capital. Most have never run a sale process and will need the process explained.</a:t>
            </a:r>
          </a:p>
          <a:p>
            <a:pPr lvl="1"/>
            <a:r>
              <a:t>4. Pricing across 26 comparable transactions rewards recurring contract revenue over one-off project testing.</a:t>
            </a:r>
          </a:p>
          <a:p>
            <a:pPr lvl="1"/>
            <a:r>
              <a:t>5. Regional roll-ups are already active. Some owners on our list will have heard from one, which shapes how we open the call.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A5F"/>
                </a:solidFill>
              </a:rPr>
              <a:t>From Here to First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Deck: Buy-Side Search for Morse PLC (draft)</dc:title>
  <dc:subject/>
  <dc:creator>Melissa Jacobson</dc:creator>
  <cp:keywords/>
  <dc:description>generated using python-pptx</dc:description>
  <cp:lastModifiedBy>Melissa Jacobson</cp:lastModifiedBy>
  <cp:revision>1</cp:revision>
  <dcterms:created xsi:type="dcterms:W3CDTF">2015-05-05T09:00:00Z</dcterms:created>
  <dcterms:modified xsi:type="dcterms:W3CDTF">2015-05-05T09:00:00Z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gSmithSynthetic">
    <vt:lpwstr>true</vt:lpwstr>
  </property>
</Properties>
</file>